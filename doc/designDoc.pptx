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628AD-954E-607F-E398-AFFC914A79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C3879-5276-31B2-7AF5-348502C4A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9084-D973-346E-F709-3EE6E8828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E4F09-C3C2-2215-A8F6-C1D7F9F3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049AA-8B9E-74FC-24EB-04C13FD1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29507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5AF41-D98F-4F07-D91F-7FAFCCFF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BB9A2-833E-8DE8-84BD-D46DBF6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95FAB-8565-FE56-9604-BA75640AA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BBCAF-4C99-DCE2-B6B3-4AC25BE2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EB113-E857-801F-A5CC-B9DE6496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6780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C999-12E7-50A2-E367-20B941F7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2E7E4B-3DC1-F0F0-5228-6A8275B56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2615-47C1-AD72-6838-B3864AA3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86700-ED73-0A25-DED2-3C1739ED3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AC4C9-CD93-5BD6-DD94-B4C3853E1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7408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FBC0-883C-D0AC-F9F2-E92ED9CF5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DD7B1-915E-9A27-8E33-CBB5CB872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AF8DF7-A450-8DAB-5EC3-8C8CE60F6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D1FDB-0D08-8082-5064-9587191E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E9D4F-F25E-4E84-7D05-DEE2A673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33E6F-D1C3-694B-E5D2-D36C5468D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082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6E19-3803-32A6-CFE6-6502A037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15943-751A-E762-603A-1FEDBB6EB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040B4-2942-3632-9F08-46323E19E2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8C1852-EDBD-5ED5-26BD-88789F5057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576C0-27A7-4ADD-6000-39D5926148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25573-7F5E-639D-EFFD-8FFA1A94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968334-8F4B-8180-AC64-19AE2403C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2C87DA-5B64-F64E-F0BC-727283E5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32899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D7422-8E20-1BC1-4AF9-B28AEB118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588E2D-59CE-5A3F-5A90-1B9162D47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D578C-08CE-45AD-D198-15EAD70E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167C8F-F205-8A08-A460-F86098303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190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49281C-AF7F-03D1-3DE1-BB4A3601E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A743D-EBA3-60FD-87E7-17C3EC4F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A6A82-DFA8-55E8-6C50-7980B120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5843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A979D-EC50-B1FC-3E79-3A3A280CE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33FCD-2C42-40CD-8D74-2C5511E1A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8863E-D082-2F23-4EA6-4D385239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E911E-3449-BC16-7122-8B009917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6FF728-8CC9-EF11-0FCA-416A53116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9474C-AAD3-5ED2-5D72-E70840696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1774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FF01-77BC-EA48-8395-A0CE10E93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AC870D-F4F3-2E4D-EBF8-9026D3397A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47913-8580-58C0-417D-727ECEA10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1C31-7992-EA16-C4C5-C14CC636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E1C2F9-6302-9400-7ABF-7F754563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F059A-6118-3C3A-9D2A-3CDF1ABB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0506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26A8-11B8-4AAE-3B53-EB8FE0BBE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C5F9B-76E9-F555-8323-855C4BAF3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2ADC2-8624-DCDD-4AF6-935692925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86391-F70C-C143-3939-F0BB1B2E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193D8-5F43-7494-EA4A-981A18747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902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1ACA96-44F9-E8B6-6673-2FEEBEA35D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CF92E-298B-F71A-75CC-4836C33C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8D7F0-7352-05B7-097C-2C3775519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4CDA9-44EC-AB9A-3625-D7DD5E51B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B62FF-F14D-C967-D35C-4FF58417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0983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9FB910-D5B3-224E-C780-796F974F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EE65F-07F9-DD5F-3529-9F49527E2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F81EF-2E82-C5B6-6C42-8BE5FE2C9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1142BF-0A62-477F-BD0D-B122876D5D2E}" type="datetimeFigureOut">
              <a:rPr lang="en-SG" smtClean="0"/>
              <a:t>30/10/2025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BC824-5FD8-F438-0AD5-19FF402D9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96738-A3DE-87A3-5C47-CD8BFEE9B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554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Rectangle 1037">
            <a:extLst>
              <a:ext uri="{FF2B5EF4-FFF2-40B4-BE49-F238E27FC236}">
                <a16:creationId xmlns:a16="http://schemas.microsoft.com/office/drawing/2014/main" id="{7A72A1C1-40DB-34C3-B7B6-E74702CE1591}"/>
              </a:ext>
            </a:extLst>
          </p:cNvPr>
          <p:cNvSpPr/>
          <p:nvPr/>
        </p:nvSpPr>
        <p:spPr>
          <a:xfrm>
            <a:off x="2742502" y="2422633"/>
            <a:ext cx="2487368" cy="2950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59375A-3526-252C-A754-BE057854A791}"/>
              </a:ext>
            </a:extLst>
          </p:cNvPr>
          <p:cNvSpPr/>
          <p:nvPr/>
        </p:nvSpPr>
        <p:spPr>
          <a:xfrm>
            <a:off x="1121383" y="627614"/>
            <a:ext cx="9325191" cy="12445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026" name="Picture 2" descr="Webcam - Free computer icons">
            <a:extLst>
              <a:ext uri="{FF2B5EF4-FFF2-40B4-BE49-F238E27FC236}">
                <a16:creationId xmlns:a16="http://schemas.microsoft.com/office/drawing/2014/main" id="{1893017E-457B-DA61-73CD-5AF1C2D8E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5875" y="1038236"/>
            <a:ext cx="763929" cy="763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539FF7-AF70-F40A-4FA9-5BE1ED00A1BF}"/>
              </a:ext>
            </a:extLst>
          </p:cNvPr>
          <p:cNvSpPr txBox="1"/>
          <p:nvPr/>
        </p:nvSpPr>
        <p:spPr>
          <a:xfrm>
            <a:off x="1310816" y="694939"/>
            <a:ext cx="1232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 Camrea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FB2D0-AFF9-CDEF-7567-C197B48D4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00" y="1114405"/>
            <a:ext cx="664252" cy="6314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C26ADD-BCF5-082F-67C0-8BC556475408}"/>
              </a:ext>
            </a:extLst>
          </p:cNvPr>
          <p:cNvSpPr txBox="1"/>
          <p:nvPr/>
        </p:nvSpPr>
        <p:spPr>
          <a:xfrm>
            <a:off x="2733058" y="678099"/>
            <a:ext cx="16680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RTSP Video server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28" name="Picture 4" descr="Folder images Icon | Free Folder Iconpack | Iconshock">
            <a:extLst>
              <a:ext uri="{FF2B5EF4-FFF2-40B4-BE49-F238E27FC236}">
                <a16:creationId xmlns:a16="http://schemas.microsoft.com/office/drawing/2014/main" id="{4F5F0147-7AAC-0DB1-F1A8-62C15B8B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026" y="1043421"/>
            <a:ext cx="726204" cy="726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24AF49-FC8A-1870-DC15-72F43AF37E84}"/>
              </a:ext>
            </a:extLst>
          </p:cNvPr>
          <p:cNvSpPr txBox="1"/>
          <p:nvPr/>
        </p:nvSpPr>
        <p:spPr>
          <a:xfrm>
            <a:off x="4401062" y="698259"/>
            <a:ext cx="18224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Pictures Data Set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14CECB-8E08-231D-2A36-E998D7F1F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6104" y="1118522"/>
            <a:ext cx="789144" cy="6273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0DF4BB7-8192-D0A1-5917-163BBE054545}"/>
              </a:ext>
            </a:extLst>
          </p:cNvPr>
          <p:cNvSpPr txBox="1"/>
          <p:nvPr/>
        </p:nvSpPr>
        <p:spPr>
          <a:xfrm>
            <a:off x="6093853" y="694939"/>
            <a:ext cx="1942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Screen Recording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30" name="Picture 6" descr="Application Flaticons Lineal Color icon | Freepik">
            <a:extLst>
              <a:ext uri="{FF2B5EF4-FFF2-40B4-BE49-F238E27FC236}">
                <a16:creationId xmlns:a16="http://schemas.microsoft.com/office/drawing/2014/main" id="{D680763A-B9AE-32E3-9CDA-1D12A0EB1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93" y="1161892"/>
            <a:ext cx="629368" cy="629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B31FAC-8E0F-A0CF-FC80-8934A7E4E9D2}"/>
              </a:ext>
            </a:extLst>
          </p:cNvPr>
          <p:cNvSpPr txBox="1"/>
          <p:nvPr/>
        </p:nvSpPr>
        <p:spPr>
          <a:xfrm>
            <a:off x="7924440" y="678099"/>
            <a:ext cx="1942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Application Window  Screen shot 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28077-B29A-6297-80F2-58FCD95ADD78}"/>
              </a:ext>
            </a:extLst>
          </p:cNvPr>
          <p:cNvSpPr txBox="1"/>
          <p:nvPr/>
        </p:nvSpPr>
        <p:spPr>
          <a:xfrm>
            <a:off x="9071264" y="1241413"/>
            <a:ext cx="15539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5 Different Video Source</a:t>
            </a:r>
            <a:endParaRPr lang="en-SG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8" name="Graphic 17" descr="Web design with solid fill">
            <a:extLst>
              <a:ext uri="{FF2B5EF4-FFF2-40B4-BE49-F238E27FC236}">
                <a16:creationId xmlns:a16="http://schemas.microsoft.com/office/drawing/2014/main" id="{77E0C4C9-D36F-C627-1554-3B240DB8A9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09952" y="2422633"/>
            <a:ext cx="845350" cy="8453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71E2D5E-E190-237F-B206-6226603CF68D}"/>
              </a:ext>
            </a:extLst>
          </p:cNvPr>
          <p:cNvCxnSpPr>
            <a:cxnSpLocks/>
          </p:cNvCxnSpPr>
          <p:nvPr/>
        </p:nvCxnSpPr>
        <p:spPr>
          <a:xfrm flipV="1">
            <a:off x="1745426" y="2182091"/>
            <a:ext cx="6882751" cy="3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58E1831-CD12-30A2-D4B1-4CAA16AAF7E9}"/>
              </a:ext>
            </a:extLst>
          </p:cNvPr>
          <p:cNvSpPr txBox="1"/>
          <p:nvPr/>
        </p:nvSpPr>
        <p:spPr>
          <a:xfrm>
            <a:off x="901983" y="2834918"/>
            <a:ext cx="1368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Virtual Camera Client Lib</a:t>
            </a:r>
            <a:endParaRPr lang="en-SG" sz="1600" b="1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5C236A-5CBF-28A4-41E7-8B5167AFAC53}"/>
              </a:ext>
            </a:extLst>
          </p:cNvPr>
          <p:cNvCxnSpPr>
            <a:cxnSpLocks/>
            <a:stCxn id="1026" idx="2"/>
          </p:cNvCxnSpPr>
          <p:nvPr/>
        </p:nvCxnSpPr>
        <p:spPr>
          <a:xfrm flipH="1">
            <a:off x="1745426" y="1802165"/>
            <a:ext cx="0" cy="379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329011-E43B-FF29-1A3E-D3C3484885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572" y="2662385"/>
            <a:ext cx="4825680" cy="27103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49" name="Graphic 48" descr="Web design with solid fill">
            <a:extLst>
              <a:ext uri="{FF2B5EF4-FFF2-40B4-BE49-F238E27FC236}">
                <a16:creationId xmlns:a16="http://schemas.microsoft.com/office/drawing/2014/main" id="{9373EFF3-C3CA-A8EC-F712-1E08228526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75427" y="3731053"/>
            <a:ext cx="914400" cy="914400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4EDD6BF-B996-C23E-95B9-A4031B65D19B}"/>
              </a:ext>
            </a:extLst>
          </p:cNvPr>
          <p:cNvCxnSpPr>
            <a:cxnSpLocks/>
          </p:cNvCxnSpPr>
          <p:nvPr/>
        </p:nvCxnSpPr>
        <p:spPr>
          <a:xfrm>
            <a:off x="3279817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0B639C0-0151-BA37-B97B-3AA51DAC9CE2}"/>
              </a:ext>
            </a:extLst>
          </p:cNvPr>
          <p:cNvCxnSpPr>
            <a:cxnSpLocks/>
          </p:cNvCxnSpPr>
          <p:nvPr/>
        </p:nvCxnSpPr>
        <p:spPr>
          <a:xfrm>
            <a:off x="1745426" y="1814634"/>
            <a:ext cx="0" cy="36745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40D7555-136F-1B8A-5BE0-CFEEE888D221}"/>
              </a:ext>
            </a:extLst>
          </p:cNvPr>
          <p:cNvCxnSpPr>
            <a:cxnSpLocks/>
          </p:cNvCxnSpPr>
          <p:nvPr/>
        </p:nvCxnSpPr>
        <p:spPr>
          <a:xfrm>
            <a:off x="5084372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F0E1DAD-9B25-C0D2-5F4D-DDCC4FC7014E}"/>
              </a:ext>
            </a:extLst>
          </p:cNvPr>
          <p:cNvCxnSpPr>
            <a:cxnSpLocks/>
          </p:cNvCxnSpPr>
          <p:nvPr/>
        </p:nvCxnSpPr>
        <p:spPr>
          <a:xfrm>
            <a:off x="6975517" y="1745854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9C4C224-A813-99AB-6416-F0F0D647E5A4}"/>
              </a:ext>
            </a:extLst>
          </p:cNvPr>
          <p:cNvCxnSpPr>
            <a:cxnSpLocks/>
          </p:cNvCxnSpPr>
          <p:nvPr/>
        </p:nvCxnSpPr>
        <p:spPr>
          <a:xfrm>
            <a:off x="8597005" y="180216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39080D0-CEEF-9EF3-C1DA-2A9AFCA741E5}"/>
              </a:ext>
            </a:extLst>
          </p:cNvPr>
          <p:cNvCxnSpPr>
            <a:cxnSpLocks/>
          </p:cNvCxnSpPr>
          <p:nvPr/>
        </p:nvCxnSpPr>
        <p:spPr>
          <a:xfrm>
            <a:off x="2032627" y="2182091"/>
            <a:ext cx="0" cy="3844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BC68FBBA-31E1-9472-5CD3-64E06949420B}"/>
              </a:ext>
            </a:extLst>
          </p:cNvPr>
          <p:cNvCxnSpPr>
            <a:cxnSpLocks/>
          </p:cNvCxnSpPr>
          <p:nvPr/>
        </p:nvCxnSpPr>
        <p:spPr>
          <a:xfrm>
            <a:off x="2032627" y="3160026"/>
            <a:ext cx="0" cy="73662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3" name="TextBox 1032">
            <a:extLst>
              <a:ext uri="{FF2B5EF4-FFF2-40B4-BE49-F238E27FC236}">
                <a16:creationId xmlns:a16="http://schemas.microsoft.com/office/drawing/2014/main" id="{5CEA3A56-428C-DFC3-3B44-1D49A8CDBFCE}"/>
              </a:ext>
            </a:extLst>
          </p:cNvPr>
          <p:cNvSpPr txBox="1"/>
          <p:nvPr/>
        </p:nvSpPr>
        <p:spPr>
          <a:xfrm>
            <a:off x="1001241" y="4203185"/>
            <a:ext cx="13409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Flask Camera Web server</a:t>
            </a:r>
            <a:endParaRPr lang="en-SG" sz="1600" b="1" dirty="0"/>
          </a:p>
        </p:txBody>
      </p:sp>
      <p:pic>
        <p:nvPicPr>
          <p:cNvPr id="1035" name="Picture 10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5ED33D-F215-496B-BD0A-08EBE4475A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2837786"/>
            <a:ext cx="1942092" cy="113822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37" name="Picture 1036" descr="A screenshot of a video camera&#10;&#10;AI-generated content may be incorrect.">
            <a:extLst>
              <a:ext uri="{FF2B5EF4-FFF2-40B4-BE49-F238E27FC236}">
                <a16:creationId xmlns:a16="http://schemas.microsoft.com/office/drawing/2014/main" id="{64210A98-AB0B-E091-A800-AC202E57839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4122624"/>
            <a:ext cx="1993773" cy="113822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3FA1B850-5B64-1FA5-EB69-B673910050E5}"/>
              </a:ext>
            </a:extLst>
          </p:cNvPr>
          <p:cNvCxnSpPr>
            <a:cxnSpLocks/>
          </p:cNvCxnSpPr>
          <p:nvPr/>
        </p:nvCxnSpPr>
        <p:spPr>
          <a:xfrm>
            <a:off x="2369194" y="4174579"/>
            <a:ext cx="359322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B15EA8BE-029F-14A8-80A6-598A1B868AFA}"/>
              </a:ext>
            </a:extLst>
          </p:cNvPr>
          <p:cNvSpPr txBox="1"/>
          <p:nvPr/>
        </p:nvSpPr>
        <p:spPr>
          <a:xfrm>
            <a:off x="2849678" y="2462295"/>
            <a:ext cx="2234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Camera Web UI pages</a:t>
            </a:r>
            <a:endParaRPr lang="en-SG" sz="1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C84CBAAF-5262-F886-BB47-61B36AAC3788}"/>
              </a:ext>
            </a:extLst>
          </p:cNvPr>
          <p:cNvCxnSpPr>
            <a:cxnSpLocks/>
          </p:cNvCxnSpPr>
          <p:nvPr/>
        </p:nvCxnSpPr>
        <p:spPr>
          <a:xfrm>
            <a:off x="4882768" y="340394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996F13F8-D505-0519-0757-0A39657C1F8B}"/>
              </a:ext>
            </a:extLst>
          </p:cNvPr>
          <p:cNvCxnSpPr>
            <a:cxnSpLocks/>
          </p:cNvCxnSpPr>
          <p:nvPr/>
        </p:nvCxnSpPr>
        <p:spPr>
          <a:xfrm>
            <a:off x="4930383" y="462732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F00CA10-D60A-3267-2070-9CBE2334443B}"/>
              </a:ext>
            </a:extLst>
          </p:cNvPr>
          <p:cNvSpPr txBox="1"/>
          <p:nvPr/>
        </p:nvSpPr>
        <p:spPr>
          <a:xfrm>
            <a:off x="5505099" y="2313109"/>
            <a:ext cx="3944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Multi-Camera View Monitor Dashboard</a:t>
            </a:r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240756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34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3</cp:revision>
  <dcterms:created xsi:type="dcterms:W3CDTF">2025-10-30T08:21:33Z</dcterms:created>
  <dcterms:modified xsi:type="dcterms:W3CDTF">2025-10-30T08:57:24Z</dcterms:modified>
</cp:coreProperties>
</file>