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9" r:id="rId2"/>
    <p:sldId id="256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1DA7F3-37F6-4775-B33A-057A4C6ECEA9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9A0857-F9BC-425A-8965-650C0EAEF37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83787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9A0857-F9BC-425A-8965-650C0EAEF37B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41026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628AD-954E-607F-E398-AFFC914A79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C3879-5276-31B2-7AF5-348502C4A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9084-D973-346E-F709-3EE6E882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E4F09-C3C2-2215-A8F6-C1D7F9F3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049AA-8B9E-74FC-24EB-04C13FD1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2950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5AF41-D98F-4F07-D91F-7FAFCCFF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BB9A2-833E-8DE8-84BD-D46DBF6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95FAB-8565-FE56-9604-BA75640AA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BBCAF-4C99-DCE2-B6B3-4AC25BE2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EB113-E857-801F-A5CC-B9DE6496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6780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C999-12E7-50A2-E367-20B941F7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E7E4B-3DC1-F0F0-5228-6A8275B56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2615-47C1-AD72-6838-B3864AA3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86700-ED73-0A25-DED2-3C1739ED3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AC4C9-CD93-5BD6-DD94-B4C3853E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408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FBC0-883C-D0AC-F9F2-E92ED9CF5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DD7B1-915E-9A27-8E33-CBB5CB872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F8DF7-A450-8DAB-5EC3-8C8CE60F6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D1FDB-0D08-8082-5064-9587191E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E9D4F-F25E-4E84-7D05-DEE2A673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33E6F-D1C3-694B-E5D2-D36C5468D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082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6E19-3803-32A6-CFE6-6502A037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15943-751A-E762-603A-1FEDBB6EB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040B4-2942-3632-9F08-46323E19E2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8C1852-EDBD-5ED5-26BD-88789F5057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576C0-27A7-4ADD-6000-39D592614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25573-7F5E-639D-EFFD-8FFA1A94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968334-8F4B-8180-AC64-19AE2403C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2C87DA-5B64-F64E-F0BC-727283E5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289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D7422-8E20-1BC1-4AF9-B28AEB118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588E2D-59CE-5A3F-5A90-1B9162D47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D578C-08CE-45AD-D198-15EAD70E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167C8F-F205-8A08-A460-F86098303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190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49281C-AF7F-03D1-3DE1-BB4A3601E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A743D-EBA3-60FD-87E7-17C3EC4F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A6A82-DFA8-55E8-6C50-7980B12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5843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A979D-EC50-B1FC-3E79-3A3A280CE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33FCD-2C42-40CD-8D74-2C5511E1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8863E-D082-2F23-4EA6-4D385239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911E-3449-BC16-7122-8B009917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FF728-8CC9-EF11-0FCA-416A53116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9474C-AAD3-5ED2-5D72-E70840696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177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FF01-77BC-EA48-8395-A0CE10E9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AC870D-F4F3-2E4D-EBF8-9026D3397A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47913-8580-58C0-417D-727ECEA10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1C31-7992-EA16-C4C5-C14CC636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E1C2F9-6302-9400-7ABF-7F754563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F059A-6118-3C3A-9D2A-3CDF1ABB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0506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26A8-11B8-4AAE-3B53-EB8FE0BBE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C5F9B-76E9-F555-8323-855C4BAF3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2ADC2-8624-DCDD-4AF6-935692925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86391-F70C-C143-3939-F0BB1B2E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193D8-5F43-7494-EA4A-981A18747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902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1ACA96-44F9-E8B6-6673-2FEEBEA35D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CF92E-298B-F71A-75CC-4836C33C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8D7F0-7352-05B7-097C-2C3775519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4CDA9-44EC-AB9A-3625-D7DD5E51B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B62FF-F14D-C967-D35C-4FF58417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0983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9FB910-D5B3-224E-C780-796F974F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EE65F-07F9-DD5F-3529-9F49527E2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F81EF-2E82-C5B6-6C42-8BE5FE2C9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1142BF-0A62-477F-BD0D-B122876D5D2E}" type="datetimeFigureOut">
              <a:rPr lang="en-SG" smtClean="0"/>
              <a:t>7/11/2025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BC824-5FD8-F438-0AD5-19FF402D9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96738-A3DE-87A3-5C47-CD8BFEE9B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554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7.png"/><Relationship Id="rId7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10" Type="http://schemas.openxmlformats.org/officeDocument/2006/relationships/image" Target="../media/image5.png"/><Relationship Id="rId4" Type="http://schemas.openxmlformats.org/officeDocument/2006/relationships/image" Target="../media/image18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3" Type="http://schemas.openxmlformats.org/officeDocument/2006/relationships/image" Target="../media/image12.png"/><Relationship Id="rId7" Type="http://schemas.openxmlformats.org/officeDocument/2006/relationships/image" Target="../media/image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11.png"/><Relationship Id="rId5" Type="http://schemas.openxmlformats.org/officeDocument/2006/relationships/image" Target="../media/image15.png"/><Relationship Id="rId15" Type="http://schemas.openxmlformats.org/officeDocument/2006/relationships/image" Target="../media/image20.png"/><Relationship Id="rId10" Type="http://schemas.openxmlformats.org/officeDocument/2006/relationships/image" Target="../media/image6.png"/><Relationship Id="rId4" Type="http://schemas.openxmlformats.org/officeDocument/2006/relationships/image" Target="../media/image14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3E1A6C1-A61B-783A-6637-41677D369EE3}"/>
              </a:ext>
            </a:extLst>
          </p:cNvPr>
          <p:cNvSpPr/>
          <p:nvPr/>
        </p:nvSpPr>
        <p:spPr>
          <a:xfrm>
            <a:off x="2039112" y="1435608"/>
            <a:ext cx="6245352" cy="3474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A63351-E557-EB05-5D47-B65CAF63D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082" y="1316736"/>
            <a:ext cx="5760244" cy="32552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80695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Rectangle 1037">
            <a:extLst>
              <a:ext uri="{FF2B5EF4-FFF2-40B4-BE49-F238E27FC236}">
                <a16:creationId xmlns:a16="http://schemas.microsoft.com/office/drawing/2014/main" id="{7A72A1C1-40DB-34C3-B7B6-E74702CE1591}"/>
              </a:ext>
            </a:extLst>
          </p:cNvPr>
          <p:cNvSpPr/>
          <p:nvPr/>
        </p:nvSpPr>
        <p:spPr>
          <a:xfrm>
            <a:off x="2742502" y="2422633"/>
            <a:ext cx="2487368" cy="2950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59375A-3526-252C-A754-BE057854A791}"/>
              </a:ext>
            </a:extLst>
          </p:cNvPr>
          <p:cNvSpPr/>
          <p:nvPr/>
        </p:nvSpPr>
        <p:spPr>
          <a:xfrm>
            <a:off x="1121383" y="627614"/>
            <a:ext cx="9325191" cy="1244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26" name="Picture 2" descr="Webcam - Free computer icons">
            <a:extLst>
              <a:ext uri="{FF2B5EF4-FFF2-40B4-BE49-F238E27FC236}">
                <a16:creationId xmlns:a16="http://schemas.microsoft.com/office/drawing/2014/main" id="{1893017E-457B-DA61-73CD-5AF1C2D8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5875" y="1038236"/>
            <a:ext cx="763929" cy="763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539FF7-AF70-F40A-4FA9-5BE1ED00A1BF}"/>
              </a:ext>
            </a:extLst>
          </p:cNvPr>
          <p:cNvSpPr txBox="1"/>
          <p:nvPr/>
        </p:nvSpPr>
        <p:spPr>
          <a:xfrm>
            <a:off x="1310816" y="694939"/>
            <a:ext cx="1232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FB2D0-AFF9-CDEF-7567-C197B48D4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00" y="1114405"/>
            <a:ext cx="664252" cy="6314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C26ADD-BCF5-082F-67C0-8BC556475408}"/>
              </a:ext>
            </a:extLst>
          </p:cNvPr>
          <p:cNvSpPr txBox="1"/>
          <p:nvPr/>
        </p:nvSpPr>
        <p:spPr>
          <a:xfrm>
            <a:off x="2733058" y="678099"/>
            <a:ext cx="16680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28" name="Picture 4" descr="Folder images Icon | Free Folder Iconpack | Iconshock">
            <a:extLst>
              <a:ext uri="{FF2B5EF4-FFF2-40B4-BE49-F238E27FC236}">
                <a16:creationId xmlns:a16="http://schemas.microsoft.com/office/drawing/2014/main" id="{4F5F0147-7AAC-0DB1-F1A8-62C15B8B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026" y="1043421"/>
            <a:ext cx="726204" cy="726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24AF49-FC8A-1870-DC15-72F43AF37E84}"/>
              </a:ext>
            </a:extLst>
          </p:cNvPr>
          <p:cNvSpPr txBox="1"/>
          <p:nvPr/>
        </p:nvSpPr>
        <p:spPr>
          <a:xfrm>
            <a:off x="4401062" y="698259"/>
            <a:ext cx="18224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 Set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14CECB-8E08-231D-2A36-E998D7F1F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6104" y="1118522"/>
            <a:ext cx="789144" cy="6273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0DF4BB7-8192-D0A1-5917-163BBE054545}"/>
              </a:ext>
            </a:extLst>
          </p:cNvPr>
          <p:cNvSpPr txBox="1"/>
          <p:nvPr/>
        </p:nvSpPr>
        <p:spPr>
          <a:xfrm>
            <a:off x="6093853" y="694939"/>
            <a:ext cx="1942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30" name="Picture 6" descr="Application Flaticons Lineal Color icon | Freepik">
            <a:extLst>
              <a:ext uri="{FF2B5EF4-FFF2-40B4-BE49-F238E27FC236}">
                <a16:creationId xmlns:a16="http://schemas.microsoft.com/office/drawing/2014/main" id="{D680763A-B9AE-32E3-9CDA-1D12A0EB1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93" y="1161892"/>
            <a:ext cx="629368" cy="629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B31FAC-8E0F-A0CF-FC80-8934A7E4E9D2}"/>
              </a:ext>
            </a:extLst>
          </p:cNvPr>
          <p:cNvSpPr txBox="1"/>
          <p:nvPr/>
        </p:nvSpPr>
        <p:spPr>
          <a:xfrm>
            <a:off x="7924440" y="678099"/>
            <a:ext cx="1942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Window  Screen shot 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28077-B29A-6297-80F2-58FCD95ADD78}"/>
              </a:ext>
            </a:extLst>
          </p:cNvPr>
          <p:cNvSpPr txBox="1"/>
          <p:nvPr/>
        </p:nvSpPr>
        <p:spPr>
          <a:xfrm>
            <a:off x="9071264" y="1241413"/>
            <a:ext cx="15539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8" name="Graphic 17" descr="Web design with solid fill">
            <a:extLst>
              <a:ext uri="{FF2B5EF4-FFF2-40B4-BE49-F238E27FC236}">
                <a16:creationId xmlns:a16="http://schemas.microsoft.com/office/drawing/2014/main" id="{77E0C4C9-D36F-C627-1554-3B240DB8A9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09952" y="2422633"/>
            <a:ext cx="845350" cy="8453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71E2D5E-E190-237F-B206-6226603CF68D}"/>
              </a:ext>
            </a:extLst>
          </p:cNvPr>
          <p:cNvCxnSpPr>
            <a:cxnSpLocks/>
          </p:cNvCxnSpPr>
          <p:nvPr/>
        </p:nvCxnSpPr>
        <p:spPr>
          <a:xfrm flipV="1">
            <a:off x="1745426" y="2182091"/>
            <a:ext cx="6882751" cy="3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58E1831-CD12-30A2-D4B1-4CAA16AAF7E9}"/>
              </a:ext>
            </a:extLst>
          </p:cNvPr>
          <p:cNvSpPr txBox="1"/>
          <p:nvPr/>
        </p:nvSpPr>
        <p:spPr>
          <a:xfrm>
            <a:off x="901983" y="2834918"/>
            <a:ext cx="1368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Virtual Camera Client Lib</a:t>
            </a:r>
            <a:endParaRPr lang="en-SG" sz="1600" b="1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5C236A-5CBF-28A4-41E7-8B5167AFAC53}"/>
              </a:ext>
            </a:extLst>
          </p:cNvPr>
          <p:cNvCxnSpPr>
            <a:cxnSpLocks/>
            <a:stCxn id="1026" idx="2"/>
          </p:cNvCxnSpPr>
          <p:nvPr/>
        </p:nvCxnSpPr>
        <p:spPr>
          <a:xfrm flipH="1">
            <a:off x="1745426" y="1802165"/>
            <a:ext cx="0" cy="379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329011-E43B-FF29-1A3E-D3C3484885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572" y="2662385"/>
            <a:ext cx="4825680" cy="27103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49" name="Graphic 48" descr="Web design with solid fill">
            <a:extLst>
              <a:ext uri="{FF2B5EF4-FFF2-40B4-BE49-F238E27FC236}">
                <a16:creationId xmlns:a16="http://schemas.microsoft.com/office/drawing/2014/main" id="{9373EFF3-C3CA-A8EC-F712-1E08228526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75427" y="3731053"/>
            <a:ext cx="914400" cy="914400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4EDD6BF-B996-C23E-95B9-A4031B65D19B}"/>
              </a:ext>
            </a:extLst>
          </p:cNvPr>
          <p:cNvCxnSpPr>
            <a:cxnSpLocks/>
          </p:cNvCxnSpPr>
          <p:nvPr/>
        </p:nvCxnSpPr>
        <p:spPr>
          <a:xfrm>
            <a:off x="3279817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0B639C0-0151-BA37-B97B-3AA51DAC9CE2}"/>
              </a:ext>
            </a:extLst>
          </p:cNvPr>
          <p:cNvCxnSpPr>
            <a:cxnSpLocks/>
          </p:cNvCxnSpPr>
          <p:nvPr/>
        </p:nvCxnSpPr>
        <p:spPr>
          <a:xfrm>
            <a:off x="1745426" y="1814634"/>
            <a:ext cx="0" cy="36745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40D7555-136F-1B8A-5BE0-CFEEE888D221}"/>
              </a:ext>
            </a:extLst>
          </p:cNvPr>
          <p:cNvCxnSpPr>
            <a:cxnSpLocks/>
          </p:cNvCxnSpPr>
          <p:nvPr/>
        </p:nvCxnSpPr>
        <p:spPr>
          <a:xfrm>
            <a:off x="5084372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F0E1DAD-9B25-C0D2-5F4D-DDCC4FC7014E}"/>
              </a:ext>
            </a:extLst>
          </p:cNvPr>
          <p:cNvCxnSpPr>
            <a:cxnSpLocks/>
          </p:cNvCxnSpPr>
          <p:nvPr/>
        </p:nvCxnSpPr>
        <p:spPr>
          <a:xfrm>
            <a:off x="6975517" y="1745854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9C4C224-A813-99AB-6416-F0F0D647E5A4}"/>
              </a:ext>
            </a:extLst>
          </p:cNvPr>
          <p:cNvCxnSpPr>
            <a:cxnSpLocks/>
          </p:cNvCxnSpPr>
          <p:nvPr/>
        </p:nvCxnSpPr>
        <p:spPr>
          <a:xfrm>
            <a:off x="8597005" y="180216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39080D0-CEEF-9EF3-C1DA-2A9AFCA741E5}"/>
              </a:ext>
            </a:extLst>
          </p:cNvPr>
          <p:cNvCxnSpPr>
            <a:cxnSpLocks/>
          </p:cNvCxnSpPr>
          <p:nvPr/>
        </p:nvCxnSpPr>
        <p:spPr>
          <a:xfrm>
            <a:off x="2032627" y="2182091"/>
            <a:ext cx="0" cy="3844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BC68FBBA-31E1-9472-5CD3-64E06949420B}"/>
              </a:ext>
            </a:extLst>
          </p:cNvPr>
          <p:cNvCxnSpPr>
            <a:cxnSpLocks/>
          </p:cNvCxnSpPr>
          <p:nvPr/>
        </p:nvCxnSpPr>
        <p:spPr>
          <a:xfrm>
            <a:off x="2032627" y="3160026"/>
            <a:ext cx="0" cy="73662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5CEA3A56-428C-DFC3-3B44-1D49A8CDBFCE}"/>
              </a:ext>
            </a:extLst>
          </p:cNvPr>
          <p:cNvSpPr txBox="1"/>
          <p:nvPr/>
        </p:nvSpPr>
        <p:spPr>
          <a:xfrm>
            <a:off x="1001241" y="4203185"/>
            <a:ext cx="13409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Flask Camera Web server</a:t>
            </a:r>
            <a:endParaRPr lang="en-SG" sz="1600" b="1" dirty="0"/>
          </a:p>
        </p:txBody>
      </p:sp>
      <p:pic>
        <p:nvPicPr>
          <p:cNvPr id="1035" name="Picture 10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5ED33D-F215-496B-BD0A-08EBE4475A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2837786"/>
            <a:ext cx="1942092" cy="113822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37" name="Picture 1036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64210A98-AB0B-E091-A800-AC202E5783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4122624"/>
            <a:ext cx="1993773" cy="113822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3FA1B850-5B64-1FA5-EB69-B673910050E5}"/>
              </a:ext>
            </a:extLst>
          </p:cNvPr>
          <p:cNvCxnSpPr>
            <a:cxnSpLocks/>
          </p:cNvCxnSpPr>
          <p:nvPr/>
        </p:nvCxnSpPr>
        <p:spPr>
          <a:xfrm>
            <a:off x="2369194" y="4174579"/>
            <a:ext cx="359322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B15EA8BE-029F-14A8-80A6-598A1B868AFA}"/>
              </a:ext>
            </a:extLst>
          </p:cNvPr>
          <p:cNvSpPr txBox="1"/>
          <p:nvPr/>
        </p:nvSpPr>
        <p:spPr>
          <a:xfrm>
            <a:off x="2849678" y="2462295"/>
            <a:ext cx="2234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Camera Web UI pages</a:t>
            </a:r>
            <a:endParaRPr lang="en-SG" sz="1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C84CBAAF-5262-F886-BB47-61B36AAC3788}"/>
              </a:ext>
            </a:extLst>
          </p:cNvPr>
          <p:cNvCxnSpPr>
            <a:cxnSpLocks/>
          </p:cNvCxnSpPr>
          <p:nvPr/>
        </p:nvCxnSpPr>
        <p:spPr>
          <a:xfrm>
            <a:off x="4882768" y="340394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996F13F8-D505-0519-0757-0A39657C1F8B}"/>
              </a:ext>
            </a:extLst>
          </p:cNvPr>
          <p:cNvCxnSpPr>
            <a:cxnSpLocks/>
          </p:cNvCxnSpPr>
          <p:nvPr/>
        </p:nvCxnSpPr>
        <p:spPr>
          <a:xfrm>
            <a:off x="4930383" y="462732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F00CA10-D60A-3267-2070-9CBE2334443B}"/>
              </a:ext>
            </a:extLst>
          </p:cNvPr>
          <p:cNvSpPr txBox="1"/>
          <p:nvPr/>
        </p:nvSpPr>
        <p:spPr>
          <a:xfrm>
            <a:off x="5505099" y="2313109"/>
            <a:ext cx="3944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Multi-Camera View Monitor Dashboard</a:t>
            </a:r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24075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95BEA1A-7ACE-A084-E97E-EAB31DF9CD09}"/>
              </a:ext>
            </a:extLst>
          </p:cNvPr>
          <p:cNvSpPr/>
          <p:nvPr/>
        </p:nvSpPr>
        <p:spPr>
          <a:xfrm>
            <a:off x="4079281" y="1558456"/>
            <a:ext cx="3045289" cy="2836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40534-3FC6-9633-EF17-E19015883C71}"/>
              </a:ext>
            </a:extLst>
          </p:cNvPr>
          <p:cNvSpPr/>
          <p:nvPr/>
        </p:nvSpPr>
        <p:spPr>
          <a:xfrm>
            <a:off x="5238976" y="2564996"/>
            <a:ext cx="1714048" cy="50147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User and Access  Management Module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0032D-F9A9-5DF3-348B-B60B4991CBC2}"/>
              </a:ext>
            </a:extLst>
          </p:cNvPr>
          <p:cNvSpPr txBox="1"/>
          <p:nvPr/>
        </p:nvSpPr>
        <p:spPr>
          <a:xfrm>
            <a:off x="4048152" y="1622536"/>
            <a:ext cx="250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Flask Camera Server</a:t>
            </a:r>
            <a:endParaRPr lang="en-SG" sz="1600" b="1" dirty="0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39FFC1E6-E8B7-E8F9-A757-519C2C7C8E73}"/>
              </a:ext>
            </a:extLst>
          </p:cNvPr>
          <p:cNvSpPr/>
          <p:nvPr/>
        </p:nvSpPr>
        <p:spPr>
          <a:xfrm>
            <a:off x="6172651" y="1858119"/>
            <a:ext cx="696191" cy="519546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b="1" dirty="0"/>
              <a:t>User BD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E00F4-22BE-6C96-27EF-66E6AD06243A}"/>
              </a:ext>
            </a:extLst>
          </p:cNvPr>
          <p:cNvCxnSpPr>
            <a:cxnSpLocks/>
          </p:cNvCxnSpPr>
          <p:nvPr/>
        </p:nvCxnSpPr>
        <p:spPr>
          <a:xfrm flipH="1">
            <a:off x="6513077" y="2377665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31EA590-ED1E-389D-C2EB-A578B654D40B}"/>
              </a:ext>
            </a:extLst>
          </p:cNvPr>
          <p:cNvSpPr/>
          <p:nvPr/>
        </p:nvSpPr>
        <p:spPr>
          <a:xfrm>
            <a:off x="3869877" y="3838893"/>
            <a:ext cx="1937698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Data Manager Module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212530-F0D6-978A-DF0D-A3A8FB1D596F}"/>
              </a:ext>
            </a:extLst>
          </p:cNvPr>
          <p:cNvSpPr/>
          <p:nvPr/>
        </p:nvSpPr>
        <p:spPr>
          <a:xfrm>
            <a:off x="4838727" y="3273881"/>
            <a:ext cx="2387762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Flask Web Service Module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67F503-53D7-03EF-F5BE-4400BC086F8F}"/>
              </a:ext>
            </a:extLst>
          </p:cNvPr>
          <p:cNvSpPr/>
          <p:nvPr/>
        </p:nvSpPr>
        <p:spPr>
          <a:xfrm>
            <a:off x="3793526" y="2068441"/>
            <a:ext cx="2225821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Video Source Manger Module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912AC03-8DA6-D8CA-0ED4-A562424A4FD8}"/>
              </a:ext>
            </a:extLst>
          </p:cNvPr>
          <p:cNvCxnSpPr>
            <a:cxnSpLocks/>
          </p:cNvCxnSpPr>
          <p:nvPr/>
        </p:nvCxnSpPr>
        <p:spPr>
          <a:xfrm>
            <a:off x="4967636" y="2384955"/>
            <a:ext cx="0" cy="888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6E7933-5D6D-5174-082D-DC4208989B30}"/>
              </a:ext>
            </a:extLst>
          </p:cNvPr>
          <p:cNvCxnSpPr>
            <a:cxnSpLocks/>
          </p:cNvCxnSpPr>
          <p:nvPr/>
        </p:nvCxnSpPr>
        <p:spPr>
          <a:xfrm flipV="1">
            <a:off x="4965513" y="3612435"/>
            <a:ext cx="0" cy="21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679CB73-DBB5-9E76-3B51-8023C411BC91}"/>
              </a:ext>
            </a:extLst>
          </p:cNvPr>
          <p:cNvCxnSpPr>
            <a:cxnSpLocks/>
          </p:cNvCxnSpPr>
          <p:nvPr/>
        </p:nvCxnSpPr>
        <p:spPr>
          <a:xfrm>
            <a:off x="3579684" y="4000155"/>
            <a:ext cx="2901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computer screen shot of a runway&#10;&#10;AI-generated content may be incorrect.">
            <a:extLst>
              <a:ext uri="{FF2B5EF4-FFF2-40B4-BE49-F238E27FC236}">
                <a16:creationId xmlns:a16="http://schemas.microsoft.com/office/drawing/2014/main" id="{A5A68227-F3E4-A5D8-E5BE-F49D0AF99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48" y="2685683"/>
            <a:ext cx="3175137" cy="173908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D6FEFEC-0A21-437D-3206-81C9C8C59D79}"/>
              </a:ext>
            </a:extLst>
          </p:cNvPr>
          <p:cNvSpPr txBox="1"/>
          <p:nvPr/>
        </p:nvSpPr>
        <p:spPr>
          <a:xfrm>
            <a:off x="267695" y="2372513"/>
            <a:ext cx="33396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Cyber Range Physical World Simulator F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127D3F8-A57E-20C1-8EF0-5AE80F419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6" y="1786598"/>
            <a:ext cx="3247343" cy="47898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AF2A4BE-9C38-88B7-208B-94F3BD0C9369}"/>
              </a:ext>
            </a:extLst>
          </p:cNvPr>
          <p:cNvSpPr txBox="1"/>
          <p:nvPr/>
        </p:nvSpPr>
        <p:spPr>
          <a:xfrm>
            <a:off x="360046" y="1408370"/>
            <a:ext cx="2023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Video Stream Source 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EE6FBF7-A397-B5F6-8C2B-7BFB0872A311}"/>
              </a:ext>
            </a:extLst>
          </p:cNvPr>
          <p:cNvCxnSpPr>
            <a:cxnSpLocks/>
          </p:cNvCxnSpPr>
          <p:nvPr/>
        </p:nvCxnSpPr>
        <p:spPr>
          <a:xfrm>
            <a:off x="3579684" y="2202315"/>
            <a:ext cx="2138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69B1288-537A-E9AB-1560-BAE1CB70103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226489" y="3443158"/>
            <a:ext cx="311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57E62C6C-7D80-AC36-A313-A707018E0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837" y="1791813"/>
            <a:ext cx="3882607" cy="26032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C313551-14B2-8300-1EDF-9C31D34374FF}"/>
              </a:ext>
            </a:extLst>
          </p:cNvPr>
          <p:cNvCxnSpPr>
            <a:cxnSpLocks/>
          </p:cNvCxnSpPr>
          <p:nvPr/>
        </p:nvCxnSpPr>
        <p:spPr>
          <a:xfrm flipH="1">
            <a:off x="6096000" y="3085327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9A8651CE-65DD-B836-7E28-1CE96DDDD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837" y="1554709"/>
            <a:ext cx="500932" cy="5009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0A243121-01E1-4584-A4D1-C0D1180EA244}"/>
              </a:ext>
            </a:extLst>
          </p:cNvPr>
          <p:cNvSpPr txBox="1"/>
          <p:nvPr/>
        </p:nvSpPr>
        <p:spPr>
          <a:xfrm>
            <a:off x="8017230" y="1519373"/>
            <a:ext cx="1586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Web Browser </a:t>
            </a:r>
          </a:p>
        </p:txBody>
      </p:sp>
    </p:spTree>
    <p:extLst>
      <p:ext uri="{BB962C8B-B14F-4D97-AF65-F5344CB8AC3E}">
        <p14:creationId xmlns:p14="http://schemas.microsoft.com/office/powerpoint/2010/main" val="3681641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1E4BEA-7632-EC40-7D12-84EA1A128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1343653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017748-7D3D-EE6B-C50B-A9A443A1A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681" y="3103181"/>
            <a:ext cx="917954" cy="6701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CB339B-58FA-F30A-9ACB-402F42921E61}"/>
              </a:ext>
            </a:extLst>
          </p:cNvPr>
          <p:cNvSpPr txBox="1"/>
          <p:nvPr/>
        </p:nvSpPr>
        <p:spPr>
          <a:xfrm>
            <a:off x="1729883" y="97433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01 VM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13A98E-6FA0-DA55-3089-E92FF781E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239498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D2594B-37E1-FAE4-0867-398D3403886E}"/>
              </a:ext>
            </a:extLst>
          </p:cNvPr>
          <p:cNvSpPr txBox="1"/>
          <p:nvPr/>
        </p:nvSpPr>
        <p:spPr>
          <a:xfrm>
            <a:off x="1729883" y="2050486"/>
            <a:ext cx="2223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02 VM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8A8C00-6929-FADB-2EB6-0EF256C91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342900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1FE6A9-0301-20FF-BDE8-169BB3CEF976}"/>
              </a:ext>
            </a:extLst>
          </p:cNvPr>
          <p:cNvSpPr txBox="1"/>
          <p:nvPr/>
        </p:nvSpPr>
        <p:spPr>
          <a:xfrm>
            <a:off x="1729883" y="3101823"/>
            <a:ext cx="2223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03 VM</a:t>
            </a:r>
            <a:endParaRPr lang="en-SG" sz="14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1A0219-209A-76C9-4633-BFA09EF4C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446093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A61EA9-2BC3-A83E-7D9D-F00958EB6BE3}"/>
              </a:ext>
            </a:extLst>
          </p:cNvPr>
          <p:cNvSpPr txBox="1"/>
          <p:nvPr/>
        </p:nvSpPr>
        <p:spPr>
          <a:xfrm>
            <a:off x="1729883" y="415316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04 VM</a:t>
            </a:r>
            <a:endParaRPr lang="en-SG" sz="14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FF70A8-8BAD-72DF-56E7-B2C9F2D71B83}"/>
              </a:ext>
            </a:extLst>
          </p:cNvPr>
          <p:cNvCxnSpPr>
            <a:cxnSpLocks/>
          </p:cNvCxnSpPr>
          <p:nvPr/>
        </p:nvCxnSpPr>
        <p:spPr>
          <a:xfrm>
            <a:off x="3033693" y="16890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F4685B11-FF97-04C6-B1DD-DF06CF7E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031" y="541048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C3BFFAE-CDCE-2539-AAC1-6D9304255ED3}"/>
              </a:ext>
            </a:extLst>
          </p:cNvPr>
          <p:cNvSpPr txBox="1"/>
          <p:nvPr/>
        </p:nvSpPr>
        <p:spPr>
          <a:xfrm>
            <a:off x="1697837" y="5151843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05 VM</a:t>
            </a:r>
            <a:endParaRPr lang="en-SG" sz="14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64C53E-C03C-9E78-B9F4-55E2E6BE6916}"/>
              </a:ext>
            </a:extLst>
          </p:cNvPr>
          <p:cNvCxnSpPr>
            <a:cxnSpLocks/>
          </p:cNvCxnSpPr>
          <p:nvPr/>
        </p:nvCxnSpPr>
        <p:spPr>
          <a:xfrm>
            <a:off x="3060327" y="27558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D55A269-C7FA-34B5-C5E5-D49C56D6EE2E}"/>
              </a:ext>
            </a:extLst>
          </p:cNvPr>
          <p:cNvCxnSpPr>
            <a:cxnSpLocks/>
          </p:cNvCxnSpPr>
          <p:nvPr/>
        </p:nvCxnSpPr>
        <p:spPr>
          <a:xfrm>
            <a:off x="4097262" y="1678707"/>
            <a:ext cx="0" cy="40986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0601E9C-6856-C96D-43B5-1C18F05E2CE2}"/>
              </a:ext>
            </a:extLst>
          </p:cNvPr>
          <p:cNvCxnSpPr>
            <a:cxnSpLocks/>
          </p:cNvCxnSpPr>
          <p:nvPr/>
        </p:nvCxnSpPr>
        <p:spPr>
          <a:xfrm>
            <a:off x="3060327" y="3760352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6731314-5F11-95B2-70F7-FF919D8B453E}"/>
              </a:ext>
            </a:extLst>
          </p:cNvPr>
          <p:cNvCxnSpPr>
            <a:cxnSpLocks/>
          </p:cNvCxnSpPr>
          <p:nvPr/>
        </p:nvCxnSpPr>
        <p:spPr>
          <a:xfrm>
            <a:off x="3060327" y="4778661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CAFDA0F-E48D-5D65-5243-493FA11C33C2}"/>
              </a:ext>
            </a:extLst>
          </p:cNvPr>
          <p:cNvCxnSpPr>
            <a:cxnSpLocks/>
          </p:cNvCxnSpPr>
          <p:nvPr/>
        </p:nvCxnSpPr>
        <p:spPr>
          <a:xfrm>
            <a:off x="3060327" y="5777345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EAB4064-0815-8B1E-9A5A-C0EC2C47F31C}"/>
              </a:ext>
            </a:extLst>
          </p:cNvPr>
          <p:cNvCxnSpPr>
            <a:cxnSpLocks/>
          </p:cNvCxnSpPr>
          <p:nvPr/>
        </p:nvCxnSpPr>
        <p:spPr>
          <a:xfrm>
            <a:off x="4107653" y="3438234"/>
            <a:ext cx="8176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91F82D-A961-0F9F-4F8E-1080547D89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6" y="1171588"/>
            <a:ext cx="4042149" cy="226664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551231-5AE2-A189-6285-501576664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7" y="3760352"/>
            <a:ext cx="4042148" cy="227030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EF92F8E-2B6A-5F89-51A6-0B1E8A48E05C}"/>
              </a:ext>
            </a:extLst>
          </p:cNvPr>
          <p:cNvCxnSpPr>
            <a:stCxn id="32" idx="1"/>
            <a:endCxn id="5" idx="3"/>
          </p:cNvCxnSpPr>
          <p:nvPr/>
        </p:nvCxnSpPr>
        <p:spPr>
          <a:xfrm rot="10800000" flipV="1">
            <a:off x="5853636" y="2304910"/>
            <a:ext cx="484731" cy="1133323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F869E62D-5B6A-8790-76D8-411ED5BEFFC0}"/>
              </a:ext>
            </a:extLst>
          </p:cNvPr>
          <p:cNvCxnSpPr>
            <a:cxnSpLocks/>
            <a:stCxn id="33" idx="1"/>
            <a:endCxn id="5" idx="3"/>
          </p:cNvCxnSpPr>
          <p:nvPr/>
        </p:nvCxnSpPr>
        <p:spPr>
          <a:xfrm rot="10800000">
            <a:off x="5853635" y="3438235"/>
            <a:ext cx="484732" cy="1457271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A71560F-9B7B-C919-10E7-FB781E0F5E6F}"/>
              </a:ext>
            </a:extLst>
          </p:cNvPr>
          <p:cNvSpPr txBox="1"/>
          <p:nvPr/>
        </p:nvSpPr>
        <p:spPr>
          <a:xfrm>
            <a:off x="6256856" y="849470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01 VM</a:t>
            </a:r>
            <a:endParaRPr lang="en-SG" sz="14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F2998F-7A59-5234-18FC-AC5A78EFA27B}"/>
              </a:ext>
            </a:extLst>
          </p:cNvPr>
          <p:cNvSpPr txBox="1"/>
          <p:nvPr/>
        </p:nvSpPr>
        <p:spPr>
          <a:xfrm>
            <a:off x="6286413" y="3471341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02 VM</a:t>
            </a:r>
            <a:endParaRPr lang="en-SG" sz="14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4ACF66-9CBD-FAF5-9562-DD93D19B8B18}"/>
              </a:ext>
            </a:extLst>
          </p:cNvPr>
          <p:cNvSpPr txBox="1"/>
          <p:nvPr/>
        </p:nvSpPr>
        <p:spPr>
          <a:xfrm>
            <a:off x="4513796" y="3773287"/>
            <a:ext cx="1582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Network Switch </a:t>
            </a:r>
            <a:endParaRPr lang="en-SG" sz="1400" b="1" dirty="0"/>
          </a:p>
        </p:txBody>
      </p:sp>
      <p:pic>
        <p:nvPicPr>
          <p:cNvPr id="1026" name="Picture 2" descr="Configure - Free files and folders icons">
            <a:extLst>
              <a:ext uri="{FF2B5EF4-FFF2-40B4-BE49-F238E27FC236}">
                <a16:creationId xmlns:a16="http://schemas.microsoft.com/office/drawing/2014/main" id="{31F91DA9-8266-C90C-0BC8-55CC1930D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9751" y="1471629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2" descr="Configure - Free files and folders icons">
            <a:extLst>
              <a:ext uri="{FF2B5EF4-FFF2-40B4-BE49-F238E27FC236}">
                <a16:creationId xmlns:a16="http://schemas.microsoft.com/office/drawing/2014/main" id="{4E3969E7-15F2-925C-999F-3D83DA8EE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647" y="4575698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AE80CB8-54D7-E068-B606-225B2055E796}"/>
              </a:ext>
            </a:extLst>
          </p:cNvPr>
          <p:cNvCxnSpPr>
            <a:cxnSpLocks/>
          </p:cNvCxnSpPr>
          <p:nvPr/>
        </p:nvCxnSpPr>
        <p:spPr>
          <a:xfrm>
            <a:off x="5563441" y="1992633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0134D77-64BE-9080-3331-A46400A9AF1D}"/>
              </a:ext>
            </a:extLst>
          </p:cNvPr>
          <p:cNvCxnSpPr>
            <a:cxnSpLocks/>
          </p:cNvCxnSpPr>
          <p:nvPr/>
        </p:nvCxnSpPr>
        <p:spPr>
          <a:xfrm>
            <a:off x="5644951" y="5114785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F4C6882-12BB-132C-B6BD-5C332312985A}"/>
              </a:ext>
            </a:extLst>
          </p:cNvPr>
          <p:cNvSpPr txBox="1"/>
          <p:nvPr/>
        </p:nvSpPr>
        <p:spPr>
          <a:xfrm>
            <a:off x="4836842" y="2238794"/>
            <a:ext cx="1210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 05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7A1DDD-30A9-FFC9-813A-1484056CC748}"/>
              </a:ext>
            </a:extLst>
          </p:cNvPr>
          <p:cNvSpPr txBox="1"/>
          <p:nvPr/>
        </p:nvSpPr>
        <p:spPr>
          <a:xfrm>
            <a:off x="4849647" y="5406007"/>
            <a:ext cx="1350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Camera01 -04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2" name="Picture 4" descr="Folder images Icon | Free Folder Iconpack | Iconshock">
            <a:extLst>
              <a:ext uri="{FF2B5EF4-FFF2-40B4-BE49-F238E27FC236}">
                <a16:creationId xmlns:a16="http://schemas.microsoft.com/office/drawing/2014/main" id="{4AA393A6-6F46-8088-DA91-FB05ED1F00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2" y="144902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5B3C6C3-44B0-275C-6D8B-449E7BC45881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775538" y="167870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4" descr="Folder images Icon | Free Folder Iconpack | Iconshock">
            <a:extLst>
              <a:ext uri="{FF2B5EF4-FFF2-40B4-BE49-F238E27FC236}">
                <a16:creationId xmlns:a16="http://schemas.microsoft.com/office/drawing/2014/main" id="{CCA0B26B-AE40-D521-61F2-D81E4F374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247450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3BC2352-6508-F619-C4F7-1C510BA83FA2}"/>
              </a:ext>
            </a:extLst>
          </p:cNvPr>
          <p:cNvCxnSpPr>
            <a:cxnSpLocks/>
          </p:cNvCxnSpPr>
          <p:nvPr/>
        </p:nvCxnSpPr>
        <p:spPr>
          <a:xfrm>
            <a:off x="1775537" y="270418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7" name="Picture 2" descr="Webcam - Free computer icons">
            <a:extLst>
              <a:ext uri="{FF2B5EF4-FFF2-40B4-BE49-F238E27FC236}">
                <a16:creationId xmlns:a16="http://schemas.microsoft.com/office/drawing/2014/main" id="{0563509C-FDAB-79D6-3E63-743DD050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3551549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4409B6C-FAF7-9D85-1272-A4C88B4752AB}"/>
              </a:ext>
            </a:extLst>
          </p:cNvPr>
          <p:cNvCxnSpPr>
            <a:cxnSpLocks/>
          </p:cNvCxnSpPr>
          <p:nvPr/>
        </p:nvCxnSpPr>
        <p:spPr>
          <a:xfrm>
            <a:off x="1750026" y="3781379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9" name="Picture 6" descr="Application Flaticons Lineal Color icon | Freepik">
            <a:extLst>
              <a:ext uri="{FF2B5EF4-FFF2-40B4-BE49-F238E27FC236}">
                <a16:creationId xmlns:a16="http://schemas.microsoft.com/office/drawing/2014/main" id="{67B34232-5E66-4DFC-115A-D9B15AC5C5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5874" y="4595462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EDB84AE-5350-2FB1-435D-12E6E938A927}"/>
              </a:ext>
            </a:extLst>
          </p:cNvPr>
          <p:cNvCxnSpPr>
            <a:cxnSpLocks/>
          </p:cNvCxnSpPr>
          <p:nvPr/>
        </p:nvCxnSpPr>
        <p:spPr>
          <a:xfrm>
            <a:off x="1775537" y="4790013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Picture 60">
            <a:extLst>
              <a:ext uri="{FF2B5EF4-FFF2-40B4-BE49-F238E27FC236}">
                <a16:creationId xmlns:a16="http://schemas.microsoft.com/office/drawing/2014/main" id="{DCE3B80C-B41B-7AAA-7730-55268653A5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4997" y="5515856"/>
            <a:ext cx="501416" cy="398602"/>
          </a:xfrm>
          <a:prstGeom prst="rect">
            <a:avLst/>
          </a:prstGeom>
        </p:spPr>
      </p:pic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DBA6C9C-3A66-540E-9AA4-9087D00A2E6A}"/>
              </a:ext>
            </a:extLst>
          </p:cNvPr>
          <p:cNvCxnSpPr>
            <a:cxnSpLocks/>
          </p:cNvCxnSpPr>
          <p:nvPr/>
        </p:nvCxnSpPr>
        <p:spPr>
          <a:xfrm>
            <a:off x="1757688" y="5727027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09C9D51C-93F4-98EB-A7EE-31513AD39623}"/>
              </a:ext>
            </a:extLst>
          </p:cNvPr>
          <p:cNvSpPr txBox="1"/>
          <p:nvPr/>
        </p:nvSpPr>
        <p:spPr>
          <a:xfrm>
            <a:off x="3045793" y="1374943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IP-addr1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60EB35A4-1448-5DFA-9710-0B34846FC329}"/>
              </a:ext>
            </a:extLst>
          </p:cNvPr>
          <p:cNvSpPr txBox="1"/>
          <p:nvPr/>
        </p:nvSpPr>
        <p:spPr>
          <a:xfrm>
            <a:off x="3031221" y="245498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IP-addr2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420EF9C1-94FB-B5A4-5E22-B69C868D16F7}"/>
              </a:ext>
            </a:extLst>
          </p:cNvPr>
          <p:cNvSpPr txBox="1"/>
          <p:nvPr/>
        </p:nvSpPr>
        <p:spPr>
          <a:xfrm>
            <a:off x="3041969" y="3471340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IP-addr3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1B154063-DF2C-790A-2ACA-3F0FEDD08339}"/>
              </a:ext>
            </a:extLst>
          </p:cNvPr>
          <p:cNvSpPr txBox="1"/>
          <p:nvPr/>
        </p:nvSpPr>
        <p:spPr>
          <a:xfrm>
            <a:off x="3031220" y="4504954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IP-addr4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D8EF101B-709C-BC5D-66E5-5475B02D906A}"/>
              </a:ext>
            </a:extLst>
          </p:cNvPr>
          <p:cNvSpPr txBox="1"/>
          <p:nvPr/>
        </p:nvSpPr>
        <p:spPr>
          <a:xfrm>
            <a:off x="3031220" y="545325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IP-addr5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7D4564E1-B120-70C7-8536-E2580F7C0F76}"/>
              </a:ext>
            </a:extLst>
          </p:cNvPr>
          <p:cNvSpPr txBox="1"/>
          <p:nvPr/>
        </p:nvSpPr>
        <p:spPr>
          <a:xfrm>
            <a:off x="3083487" y="1692687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85F39CF4-0B6D-08A4-94AD-583081D090B5}"/>
              </a:ext>
            </a:extLst>
          </p:cNvPr>
          <p:cNvSpPr txBox="1"/>
          <p:nvPr/>
        </p:nvSpPr>
        <p:spPr>
          <a:xfrm>
            <a:off x="3060327" y="2738922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token2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9F13D96-55FE-7277-F547-E9B143A5F4A0}"/>
              </a:ext>
            </a:extLst>
          </p:cNvPr>
          <p:cNvSpPr txBox="1"/>
          <p:nvPr/>
        </p:nvSpPr>
        <p:spPr>
          <a:xfrm>
            <a:off x="3037250" y="3748044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token3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DACD4DA3-2259-F3FC-ED7A-52A4A861C1EB}"/>
              </a:ext>
            </a:extLst>
          </p:cNvPr>
          <p:cNvSpPr txBox="1"/>
          <p:nvPr/>
        </p:nvSpPr>
        <p:spPr>
          <a:xfrm>
            <a:off x="3037250" y="4795783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C389F709-0E59-E934-25E2-4D7368BB1FF8}"/>
              </a:ext>
            </a:extLst>
          </p:cNvPr>
          <p:cNvSpPr txBox="1"/>
          <p:nvPr/>
        </p:nvSpPr>
        <p:spPr>
          <a:xfrm>
            <a:off x="3031220" y="576330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DA5D197-DF02-BA90-A2E5-7F1A6DED3E88}"/>
              </a:ext>
            </a:extLst>
          </p:cNvPr>
          <p:cNvSpPr txBox="1"/>
          <p:nvPr/>
        </p:nvSpPr>
        <p:spPr>
          <a:xfrm>
            <a:off x="4337697" y="4726593"/>
            <a:ext cx="81763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</a:p>
          <a:p>
            <a:r>
              <a:rPr lang="en-US" sz="1400" dirty="0">
                <a:solidFill>
                  <a:srgbClr val="C00000"/>
                </a:solidFill>
              </a:rPr>
              <a:t>     |</a:t>
            </a:r>
          </a:p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AA4D7AF3-99FA-940A-F058-7B7FCA91DBB1}"/>
              </a:ext>
            </a:extLst>
          </p:cNvPr>
          <p:cNvSpPr txBox="1"/>
          <p:nvPr/>
        </p:nvSpPr>
        <p:spPr>
          <a:xfrm>
            <a:off x="4302470" y="182031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3494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39">
            <a:extLst>
              <a:ext uri="{FF2B5EF4-FFF2-40B4-BE49-F238E27FC236}">
                <a16:creationId xmlns:a16="http://schemas.microsoft.com/office/drawing/2014/main" id="{871B7375-EA3A-6508-5654-EA2205E4D31A}"/>
              </a:ext>
            </a:extLst>
          </p:cNvPr>
          <p:cNvSpPr/>
          <p:nvPr/>
        </p:nvSpPr>
        <p:spPr>
          <a:xfrm>
            <a:off x="448056" y="338328"/>
            <a:ext cx="11265408" cy="623620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2A67E83-6D14-1631-5DD9-8CDB21121047}"/>
              </a:ext>
            </a:extLst>
          </p:cNvPr>
          <p:cNvSpPr/>
          <p:nvPr/>
        </p:nvSpPr>
        <p:spPr>
          <a:xfrm>
            <a:off x="8233616" y="683362"/>
            <a:ext cx="3252769" cy="57174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ECBAEC-1620-98C2-A527-9F427BA9FF62}"/>
              </a:ext>
            </a:extLst>
          </p:cNvPr>
          <p:cNvSpPr/>
          <p:nvPr/>
        </p:nvSpPr>
        <p:spPr>
          <a:xfrm>
            <a:off x="4701073" y="2175861"/>
            <a:ext cx="3045289" cy="24205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3A276E-6B03-1C28-6C83-23B635782391}"/>
              </a:ext>
            </a:extLst>
          </p:cNvPr>
          <p:cNvSpPr/>
          <p:nvPr/>
        </p:nvSpPr>
        <p:spPr>
          <a:xfrm>
            <a:off x="5860768" y="2949044"/>
            <a:ext cx="1714048" cy="50147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User and Access  Management Module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6F4968-2575-2430-7DF0-BF5B1F1753A9}"/>
              </a:ext>
            </a:extLst>
          </p:cNvPr>
          <p:cNvSpPr txBox="1"/>
          <p:nvPr/>
        </p:nvSpPr>
        <p:spPr>
          <a:xfrm>
            <a:off x="4681828" y="2135657"/>
            <a:ext cx="2181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Flask Camera Server</a:t>
            </a:r>
            <a:endParaRPr lang="en-SG" sz="1600" b="1" dirty="0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806DCC99-E033-3744-ABFD-A3684D8ABFCA}"/>
              </a:ext>
            </a:extLst>
          </p:cNvPr>
          <p:cNvSpPr/>
          <p:nvPr/>
        </p:nvSpPr>
        <p:spPr>
          <a:xfrm>
            <a:off x="6794443" y="2242167"/>
            <a:ext cx="696191" cy="519546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b="1" dirty="0"/>
              <a:t>User BD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CA1D9E-2322-E331-6230-63A11F55EE23}"/>
              </a:ext>
            </a:extLst>
          </p:cNvPr>
          <p:cNvCxnSpPr>
            <a:cxnSpLocks/>
          </p:cNvCxnSpPr>
          <p:nvPr/>
        </p:nvCxnSpPr>
        <p:spPr>
          <a:xfrm flipH="1">
            <a:off x="7134869" y="2761713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3331518-879C-FA05-0419-17CC3CEE4066}"/>
              </a:ext>
            </a:extLst>
          </p:cNvPr>
          <p:cNvSpPr/>
          <p:nvPr/>
        </p:nvSpPr>
        <p:spPr>
          <a:xfrm>
            <a:off x="4405310" y="3609959"/>
            <a:ext cx="833444" cy="61298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Data Manager Module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D00CE0-4285-D188-BED9-893AA3F113F2}"/>
              </a:ext>
            </a:extLst>
          </p:cNvPr>
          <p:cNvSpPr/>
          <p:nvPr/>
        </p:nvSpPr>
        <p:spPr>
          <a:xfrm>
            <a:off x="5460519" y="3657929"/>
            <a:ext cx="2387762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Flask Web Service Module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D53FB2-F599-00F8-8267-1423DC3015AF}"/>
              </a:ext>
            </a:extLst>
          </p:cNvPr>
          <p:cNvSpPr/>
          <p:nvPr/>
        </p:nvSpPr>
        <p:spPr>
          <a:xfrm>
            <a:off x="4415318" y="2452489"/>
            <a:ext cx="2225821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Video Source Manger Module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5F0344-E22E-E273-FDC6-0DF344EE4CBD}"/>
              </a:ext>
            </a:extLst>
          </p:cNvPr>
          <p:cNvCxnSpPr>
            <a:cxnSpLocks/>
          </p:cNvCxnSpPr>
          <p:nvPr/>
        </p:nvCxnSpPr>
        <p:spPr>
          <a:xfrm>
            <a:off x="5589428" y="2769003"/>
            <a:ext cx="0" cy="888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058C508-CC32-6EC4-121A-EBD398E3F15C}"/>
              </a:ext>
            </a:extLst>
          </p:cNvPr>
          <p:cNvCxnSpPr>
            <a:cxnSpLocks/>
          </p:cNvCxnSpPr>
          <p:nvPr/>
        </p:nvCxnSpPr>
        <p:spPr>
          <a:xfrm>
            <a:off x="3976802" y="3996483"/>
            <a:ext cx="4293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omputer screen shot of a runway&#10;&#10;AI-generated content may be incorrect.">
            <a:extLst>
              <a:ext uri="{FF2B5EF4-FFF2-40B4-BE49-F238E27FC236}">
                <a16:creationId xmlns:a16="http://schemas.microsoft.com/office/drawing/2014/main" id="{46417502-CF3B-FD86-3646-F6C9A27944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34" y="2848271"/>
            <a:ext cx="3252768" cy="178160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3C3A35-7E0B-800D-17B6-A6F47FB2492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7848281" y="3827206"/>
            <a:ext cx="187490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DD336189-D263-2824-AC9F-A4BA35919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245" y="1206581"/>
            <a:ext cx="2885687" cy="153724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79DB34B-7875-772A-9B5A-F91E01368A39}"/>
              </a:ext>
            </a:extLst>
          </p:cNvPr>
          <p:cNvCxnSpPr>
            <a:cxnSpLocks/>
          </p:cNvCxnSpPr>
          <p:nvPr/>
        </p:nvCxnSpPr>
        <p:spPr>
          <a:xfrm flipH="1">
            <a:off x="6717792" y="3469375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8FD75856-405B-1DD7-D53E-7001D024A8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4473" y="798783"/>
            <a:ext cx="500932" cy="5009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26DB273-778F-6EAE-EB2D-73F32881F3E0}"/>
              </a:ext>
            </a:extLst>
          </p:cNvPr>
          <p:cNvSpPr txBox="1"/>
          <p:nvPr/>
        </p:nvSpPr>
        <p:spPr>
          <a:xfrm>
            <a:off x="8378185" y="800084"/>
            <a:ext cx="20316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/>
              <a:t>Web Browser View 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DE50E0-4BDF-D59F-EF8C-252925595FE8}"/>
              </a:ext>
            </a:extLst>
          </p:cNvPr>
          <p:cNvSpPr/>
          <p:nvPr/>
        </p:nvSpPr>
        <p:spPr>
          <a:xfrm>
            <a:off x="724034" y="1114742"/>
            <a:ext cx="7189514" cy="7101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44" name="Picture 2" descr="Webcam - Free computer icons">
            <a:extLst>
              <a:ext uri="{FF2B5EF4-FFF2-40B4-BE49-F238E27FC236}">
                <a16:creationId xmlns:a16="http://schemas.microsoft.com/office/drawing/2014/main" id="{5298D540-10E0-C308-A4AF-9F1B6B368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216" y="1178421"/>
            <a:ext cx="567150" cy="5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9334859-8A0E-E229-46D7-7F4578F69712}"/>
              </a:ext>
            </a:extLst>
          </p:cNvPr>
          <p:cNvSpPr txBox="1"/>
          <p:nvPr/>
        </p:nvSpPr>
        <p:spPr>
          <a:xfrm>
            <a:off x="1326423" y="1254087"/>
            <a:ext cx="10239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E72FC67-0B0D-4826-05A3-E6AF1FF86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7758" y="1219872"/>
            <a:ext cx="567150" cy="53914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364A0D7-DF7E-14DC-60B4-DEF95351CC1F}"/>
              </a:ext>
            </a:extLst>
          </p:cNvPr>
          <p:cNvSpPr txBox="1"/>
          <p:nvPr/>
        </p:nvSpPr>
        <p:spPr>
          <a:xfrm>
            <a:off x="2696555" y="1202115"/>
            <a:ext cx="9304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8" name="Picture 4" descr="Folder images Icon | Free Folder Iconpack | Iconshock">
            <a:extLst>
              <a:ext uri="{FF2B5EF4-FFF2-40B4-BE49-F238E27FC236}">
                <a16:creationId xmlns:a16="http://schemas.microsoft.com/office/drawing/2014/main" id="{5C6F1B38-C571-CA25-03EF-14543C378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9554" y="1138264"/>
            <a:ext cx="567150" cy="5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49DD0A89-FD32-0839-7E6B-A4CB8BBFB7C8}"/>
              </a:ext>
            </a:extLst>
          </p:cNvPr>
          <p:cNvSpPr txBox="1"/>
          <p:nvPr/>
        </p:nvSpPr>
        <p:spPr>
          <a:xfrm>
            <a:off x="3845227" y="1175966"/>
            <a:ext cx="1232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Dataset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A73D2E9-7AC5-13FB-C174-647C31EB858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0719" y="1190538"/>
            <a:ext cx="636638" cy="506097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835F191-51AA-9E3A-6FA8-B02B671E4A93}"/>
              </a:ext>
            </a:extLst>
          </p:cNvPr>
          <p:cNvSpPr txBox="1"/>
          <p:nvPr/>
        </p:nvSpPr>
        <p:spPr>
          <a:xfrm>
            <a:off x="5295906" y="1201876"/>
            <a:ext cx="11928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2" name="Picture 6" descr="Application Flaticons Lineal Color icon | Freepik">
            <a:extLst>
              <a:ext uri="{FF2B5EF4-FFF2-40B4-BE49-F238E27FC236}">
                <a16:creationId xmlns:a16="http://schemas.microsoft.com/office/drawing/2014/main" id="{A57E9B9D-FCF0-AA69-1E7B-A7CC76B77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7539" y="1202099"/>
            <a:ext cx="553033" cy="553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86FF3D3-62C3-4CAD-2831-BE535D3789A2}"/>
              </a:ext>
            </a:extLst>
          </p:cNvPr>
          <p:cNvSpPr txBox="1"/>
          <p:nvPr/>
        </p:nvSpPr>
        <p:spPr>
          <a:xfrm>
            <a:off x="6789121" y="1111662"/>
            <a:ext cx="10080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 Window  Screenshot 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E681733-3245-3022-BDAE-FF9F3317A042}"/>
              </a:ext>
            </a:extLst>
          </p:cNvPr>
          <p:cNvCxnSpPr>
            <a:cxnSpLocks/>
          </p:cNvCxnSpPr>
          <p:nvPr/>
        </p:nvCxnSpPr>
        <p:spPr>
          <a:xfrm>
            <a:off x="2413806" y="1721438"/>
            <a:ext cx="0" cy="296824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DFFA36E-201D-A554-D833-3DC2A66C6284}"/>
              </a:ext>
            </a:extLst>
          </p:cNvPr>
          <p:cNvCxnSpPr>
            <a:cxnSpLocks/>
          </p:cNvCxnSpPr>
          <p:nvPr/>
        </p:nvCxnSpPr>
        <p:spPr>
          <a:xfrm>
            <a:off x="1071029" y="1729912"/>
            <a:ext cx="0" cy="263547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294CE04-4018-23B5-40AB-8FBCB4B5E805}"/>
              </a:ext>
            </a:extLst>
          </p:cNvPr>
          <p:cNvCxnSpPr>
            <a:cxnSpLocks/>
          </p:cNvCxnSpPr>
          <p:nvPr/>
        </p:nvCxnSpPr>
        <p:spPr>
          <a:xfrm>
            <a:off x="3603621" y="1719378"/>
            <a:ext cx="0" cy="263547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198B0D7-03DF-DE3D-8552-7146E2D04D56}"/>
              </a:ext>
            </a:extLst>
          </p:cNvPr>
          <p:cNvCxnSpPr>
            <a:cxnSpLocks/>
          </p:cNvCxnSpPr>
          <p:nvPr/>
        </p:nvCxnSpPr>
        <p:spPr>
          <a:xfrm>
            <a:off x="4991790" y="1709823"/>
            <a:ext cx="0" cy="263547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A123E3-5411-F417-77AF-2967130AA3A7}"/>
              </a:ext>
            </a:extLst>
          </p:cNvPr>
          <p:cNvSpPr txBox="1"/>
          <p:nvPr/>
        </p:nvSpPr>
        <p:spPr>
          <a:xfrm>
            <a:off x="622430" y="2530504"/>
            <a:ext cx="39387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/>
              <a:t>Cyber Range Physical World Simulator 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836C664-6101-AC9A-128A-0BE2B3F56B2D}"/>
              </a:ext>
            </a:extLst>
          </p:cNvPr>
          <p:cNvCxnSpPr>
            <a:cxnSpLocks/>
          </p:cNvCxnSpPr>
          <p:nvPr/>
        </p:nvCxnSpPr>
        <p:spPr>
          <a:xfrm>
            <a:off x="6488740" y="1719378"/>
            <a:ext cx="0" cy="263547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0A87CAB-825E-7CFB-B817-C7F9A8C862E1}"/>
              </a:ext>
            </a:extLst>
          </p:cNvPr>
          <p:cNvCxnSpPr>
            <a:cxnSpLocks/>
          </p:cNvCxnSpPr>
          <p:nvPr/>
        </p:nvCxnSpPr>
        <p:spPr>
          <a:xfrm>
            <a:off x="1052741" y="1994366"/>
            <a:ext cx="5435999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5EE5B429-1FA5-6DD4-BCF7-38F4D3B5AF77}"/>
              </a:ext>
            </a:extLst>
          </p:cNvPr>
          <p:cNvSpPr txBox="1"/>
          <p:nvPr/>
        </p:nvSpPr>
        <p:spPr>
          <a:xfrm>
            <a:off x="1387544" y="1982925"/>
            <a:ext cx="26449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2" name="Picture 81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1657AE2C-97A5-2378-5F2F-B1076093F72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7539" y="2949044"/>
            <a:ext cx="2885687" cy="1647410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87" name="Picture 8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6A244F-B55D-6C6C-9DE8-7587774460D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8" y="5085793"/>
            <a:ext cx="2272646" cy="127439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88" name="Picture 8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F967FC-CCF6-0B05-680E-73EC74B41EB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3387" y="5055695"/>
            <a:ext cx="2376157" cy="133458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95" name="Picture 9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5C4080-2D06-692C-A5E8-CF46BC1C55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7539" y="4779067"/>
            <a:ext cx="2885687" cy="1552814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17897114-8D05-95A4-C209-9D5A622E92D3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30531" y="2025295"/>
            <a:ext cx="612982" cy="538264"/>
          </a:xfrm>
          <a:prstGeom prst="bentConnector2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7" name="Picture 106" descr="A large computer screen with multiple screens&#10;&#10;AI-generated content may be incorrect.">
            <a:extLst>
              <a:ext uri="{FF2B5EF4-FFF2-40B4-BE49-F238E27FC236}">
                <a16:creationId xmlns:a16="http://schemas.microsoft.com/office/drawing/2014/main" id="{554C569B-7935-85B5-2506-AB1A9D91E9E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6592" y="5054139"/>
            <a:ext cx="2036956" cy="135904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B766067-2509-A943-15FD-C78DF8285D5E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 flipH="1" flipV="1">
            <a:off x="5372147" y="3511962"/>
            <a:ext cx="160864" cy="1261094"/>
          </a:xfrm>
          <a:prstGeom prst="bentConnector4">
            <a:avLst>
              <a:gd name="adj1" fmla="val -142108"/>
              <a:gd name="adj2" fmla="val 1006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E1244CC-5E23-D8FF-25F6-03B51536DCF7}"/>
              </a:ext>
            </a:extLst>
          </p:cNvPr>
          <p:cNvCxnSpPr>
            <a:cxnSpLocks/>
          </p:cNvCxnSpPr>
          <p:nvPr/>
        </p:nvCxnSpPr>
        <p:spPr>
          <a:xfrm>
            <a:off x="6641139" y="3996483"/>
            <a:ext cx="0" cy="782584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242AA309-8363-2BC6-5E7E-19849DA5848F}"/>
              </a:ext>
            </a:extLst>
          </p:cNvPr>
          <p:cNvCxnSpPr>
            <a:cxnSpLocks/>
          </p:cNvCxnSpPr>
          <p:nvPr/>
        </p:nvCxnSpPr>
        <p:spPr>
          <a:xfrm>
            <a:off x="1673753" y="4793303"/>
            <a:ext cx="5249266" cy="0"/>
          </a:xfrm>
          <a:prstGeom prst="line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E8FF8F97-15BF-EDF1-C06F-15C0B8EBD3FB}"/>
              </a:ext>
            </a:extLst>
          </p:cNvPr>
          <p:cNvSpPr txBox="1"/>
          <p:nvPr/>
        </p:nvSpPr>
        <p:spPr>
          <a:xfrm>
            <a:off x="6654400" y="4175709"/>
            <a:ext cx="12324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MJPEG API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C29F0059-45A9-CBF9-E3F8-F52014531FBC}"/>
              </a:ext>
            </a:extLst>
          </p:cNvPr>
          <p:cNvCxnSpPr>
            <a:cxnSpLocks/>
          </p:cNvCxnSpPr>
          <p:nvPr/>
        </p:nvCxnSpPr>
        <p:spPr>
          <a:xfrm>
            <a:off x="1661197" y="4779067"/>
            <a:ext cx="0" cy="26354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5EB54E9A-C865-2255-E564-95BB4851FC26}"/>
              </a:ext>
            </a:extLst>
          </p:cNvPr>
          <p:cNvCxnSpPr>
            <a:cxnSpLocks/>
          </p:cNvCxnSpPr>
          <p:nvPr/>
        </p:nvCxnSpPr>
        <p:spPr>
          <a:xfrm>
            <a:off x="5446741" y="4793303"/>
            <a:ext cx="0" cy="26354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EA373AB-6697-76A5-4B1B-9D19A34E5367}"/>
              </a:ext>
            </a:extLst>
          </p:cNvPr>
          <p:cNvCxnSpPr>
            <a:cxnSpLocks/>
          </p:cNvCxnSpPr>
          <p:nvPr/>
        </p:nvCxnSpPr>
        <p:spPr>
          <a:xfrm>
            <a:off x="6923019" y="4790592"/>
            <a:ext cx="0" cy="26354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0A47FCE4-55CC-2787-5D87-BE39554B1C97}"/>
              </a:ext>
            </a:extLst>
          </p:cNvPr>
          <p:cNvSpPr txBox="1"/>
          <p:nvPr/>
        </p:nvSpPr>
        <p:spPr>
          <a:xfrm>
            <a:off x="1720318" y="4753089"/>
            <a:ext cx="3362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/>
              <a:t>Multi-Cameras View Dashboards </a:t>
            </a:r>
          </a:p>
        </p:txBody>
      </p: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B31B2A4-443E-4BB5-0844-B72D12BBB39D}"/>
              </a:ext>
            </a:extLst>
          </p:cNvPr>
          <p:cNvCxnSpPr>
            <a:cxnSpLocks/>
          </p:cNvCxnSpPr>
          <p:nvPr/>
        </p:nvCxnSpPr>
        <p:spPr>
          <a:xfrm flipH="1">
            <a:off x="8040183" y="1966934"/>
            <a:ext cx="3341" cy="3923461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89C8A31-BD69-1A4F-A8E9-7BE0A26FA651}"/>
              </a:ext>
            </a:extLst>
          </p:cNvPr>
          <p:cNvCxnSpPr>
            <a:cxnSpLocks/>
          </p:cNvCxnSpPr>
          <p:nvPr/>
        </p:nvCxnSpPr>
        <p:spPr>
          <a:xfrm>
            <a:off x="8038956" y="1973370"/>
            <a:ext cx="330085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0D73B076-3069-5495-C783-73B19C71DEA9}"/>
              </a:ext>
            </a:extLst>
          </p:cNvPr>
          <p:cNvCxnSpPr>
            <a:cxnSpLocks/>
          </p:cNvCxnSpPr>
          <p:nvPr/>
        </p:nvCxnSpPr>
        <p:spPr>
          <a:xfrm>
            <a:off x="8035771" y="3614321"/>
            <a:ext cx="330085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B8663B6-06CF-2EC0-3900-9F721863CA3C}"/>
              </a:ext>
            </a:extLst>
          </p:cNvPr>
          <p:cNvCxnSpPr>
            <a:cxnSpLocks/>
          </p:cNvCxnSpPr>
          <p:nvPr/>
        </p:nvCxnSpPr>
        <p:spPr>
          <a:xfrm>
            <a:off x="8035770" y="5876469"/>
            <a:ext cx="330085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6C1369B3-9BB5-AFDA-48B5-251AE80A3CE5}"/>
              </a:ext>
            </a:extLst>
          </p:cNvPr>
          <p:cNvSpPr txBox="1"/>
          <p:nvPr/>
        </p:nvSpPr>
        <p:spPr>
          <a:xfrm>
            <a:off x="1475616" y="535676"/>
            <a:ext cx="6560154" cy="46166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Python Virtual Motion-JPEG Camera Simulator</a:t>
            </a:r>
            <a:endParaRPr lang="en-SG" sz="2400" b="1" dirty="0"/>
          </a:p>
        </p:txBody>
      </p:sp>
      <p:pic>
        <p:nvPicPr>
          <p:cNvPr id="148" name="Picture 147" descr="A logo for a computer&#10;&#10;AI-generated content may be incorrect.">
            <a:extLst>
              <a:ext uri="{FF2B5EF4-FFF2-40B4-BE49-F238E27FC236}">
                <a16:creationId xmlns:a16="http://schemas.microsoft.com/office/drawing/2014/main" id="{1694D07B-D88A-5AC3-0FA8-0F3E955E241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432" y="499810"/>
            <a:ext cx="928809" cy="52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56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178</Words>
  <Application>Microsoft Office PowerPoint</Application>
  <PresentationFormat>Widescreen</PresentationFormat>
  <Paragraphs>61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10</cp:revision>
  <dcterms:created xsi:type="dcterms:W3CDTF">2025-10-30T08:21:33Z</dcterms:created>
  <dcterms:modified xsi:type="dcterms:W3CDTF">2025-11-07T04:52:05Z</dcterms:modified>
</cp:coreProperties>
</file>