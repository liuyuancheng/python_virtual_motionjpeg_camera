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28AD-954E-607F-E398-AFFC914A7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AC3879-5276-31B2-7AF5-348502C4A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9084-D973-346E-F709-3EE6E882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E4F09-C3C2-2215-A8F6-C1D7F9F3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049AA-8B9E-74FC-24EB-04C13FD1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9507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AF41-D98F-4F07-D91F-7FAFCCFF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BB9A2-833E-8DE8-84BD-D46DBF635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5FAB-8565-FE56-9604-BA75640A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BBCAF-4C99-DCE2-B6B3-4AC25BE2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EB113-E857-801F-A5CC-B9DE6496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7800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C999-12E7-50A2-E367-20B941F7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E7E4B-3DC1-F0F0-5228-6A8275B56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32615-47C1-AD72-6838-B3864AA3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86700-ED73-0A25-DED2-3C1739ED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AC4C9-CD93-5BD6-DD94-B4C3853E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408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FBC0-883C-D0AC-F9F2-E92ED9CF5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D7B1-915E-9A27-8E33-CBB5CB872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F8DF7-A450-8DAB-5EC3-8C8CE60F6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D1FDB-0D08-8082-5064-9587191E8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E9D4F-F25E-4E84-7D05-DEE2A673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33E6F-D1C3-694B-E5D2-D36C5468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08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6E19-3803-32A6-CFE6-6502A037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915943-751A-E762-603A-1FEDBB6EB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040B4-2942-3632-9F08-46323E19E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C1852-EDBD-5ED5-26BD-88789F505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576C0-27A7-4ADD-6000-39D592614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25573-7F5E-639D-EFFD-8FFA1A949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968334-8F4B-8180-AC64-19AE2403C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2C87DA-5B64-F64E-F0BC-727283E5E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289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7422-8E20-1BC1-4AF9-B28AEB11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88E2D-59CE-5A3F-5A90-1B9162D47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D578C-08CE-45AD-D198-15EAD70EF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67C8F-F205-8A08-A460-F8609830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1190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9281C-AF7F-03D1-3DE1-BB4A3601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9A743D-EBA3-60FD-87E7-17C3EC4F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A6A82-DFA8-55E8-6C50-7980B120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584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979D-EC50-B1FC-3E79-3A3A280C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33FCD-2C42-40CD-8D74-2C5511E1A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8863E-D082-2F23-4EA6-4D3852395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E911E-3449-BC16-7122-8B0099178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FF728-8CC9-EF11-0FCA-416A53116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9474C-AAD3-5ED2-5D72-E70840696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1774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5FF01-77BC-EA48-8395-A0CE10E93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AC870D-F4F3-2E4D-EBF8-9026D3397A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47913-8580-58C0-417D-727ECEA10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1C31-7992-EA16-C4C5-C14CC6367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1C2F9-6302-9400-7ABF-7F754563D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F059A-6118-3C3A-9D2A-3CDF1ABB3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050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26A8-11B8-4AAE-3B53-EB8FE0BB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C5F9B-76E9-F555-8323-855C4BAF3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2ADC2-8624-DCDD-4AF6-93569292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86391-F70C-C143-3939-F0BB1B2E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193D8-5F43-7494-EA4A-981A1874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7902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ACA96-44F9-E8B6-6673-2FEEBEA35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9CF92E-298B-F71A-75CC-4836C33C7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8D7F0-7352-05B7-097C-2C3775519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4CDA9-44EC-AB9A-3625-D7DD5E51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B62FF-F14D-C967-D35C-4FF58417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98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FB910-D5B3-224E-C780-796F974F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EE65F-07F9-DD5F-3529-9F49527E2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F81EF-2E82-C5B6-6C42-8BE5FE2C9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142BF-0A62-477F-BD0D-B122876D5D2E}" type="datetimeFigureOut">
              <a:rPr lang="en-SG" smtClean="0"/>
              <a:t>3/11/2025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BC824-5FD8-F438-0AD5-19FF402D9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96738-A3DE-87A3-5C47-CD8BFEE9B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02EC6-866D-4E0E-90E5-F90CD26647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54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Rectangle 1037">
            <a:extLst>
              <a:ext uri="{FF2B5EF4-FFF2-40B4-BE49-F238E27FC236}">
                <a16:creationId xmlns:a16="http://schemas.microsoft.com/office/drawing/2014/main" id="{7A72A1C1-40DB-34C3-B7B6-E74702CE1591}"/>
              </a:ext>
            </a:extLst>
          </p:cNvPr>
          <p:cNvSpPr/>
          <p:nvPr/>
        </p:nvSpPr>
        <p:spPr>
          <a:xfrm>
            <a:off x="2742502" y="2422633"/>
            <a:ext cx="2487368" cy="29501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59375A-3526-252C-A754-BE057854A791}"/>
              </a:ext>
            </a:extLst>
          </p:cNvPr>
          <p:cNvSpPr/>
          <p:nvPr/>
        </p:nvSpPr>
        <p:spPr>
          <a:xfrm>
            <a:off x="1121383" y="627614"/>
            <a:ext cx="9325191" cy="12445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026" name="Picture 2" descr="Webcam - Free computer icons">
            <a:extLst>
              <a:ext uri="{FF2B5EF4-FFF2-40B4-BE49-F238E27FC236}">
                <a16:creationId xmlns:a16="http://schemas.microsoft.com/office/drawing/2014/main" id="{1893017E-457B-DA61-73CD-5AF1C2D8E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875" y="1038236"/>
            <a:ext cx="763929" cy="763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539FF7-AF70-F40A-4FA9-5BE1ED00A1BF}"/>
              </a:ext>
            </a:extLst>
          </p:cNvPr>
          <p:cNvSpPr txBox="1"/>
          <p:nvPr/>
        </p:nvSpPr>
        <p:spPr>
          <a:xfrm>
            <a:off x="1310816" y="694939"/>
            <a:ext cx="12328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 Camrea</a:t>
            </a:r>
            <a:endParaRPr lang="en-SG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1FB2D0-AFF9-CDEF-7567-C197B48D4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900" y="1114405"/>
            <a:ext cx="664252" cy="6314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26ADD-BCF5-082F-67C0-8BC556475408}"/>
              </a:ext>
            </a:extLst>
          </p:cNvPr>
          <p:cNvSpPr txBox="1"/>
          <p:nvPr/>
        </p:nvSpPr>
        <p:spPr>
          <a:xfrm>
            <a:off x="2733058" y="678099"/>
            <a:ext cx="1668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RTSP Video server</a:t>
            </a:r>
            <a:endParaRPr lang="en-SG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28" name="Picture 4" descr="Folder images Icon | Free Folder Iconpack | Iconshock">
            <a:extLst>
              <a:ext uri="{FF2B5EF4-FFF2-40B4-BE49-F238E27FC236}">
                <a16:creationId xmlns:a16="http://schemas.microsoft.com/office/drawing/2014/main" id="{4F5F0147-7AAC-0DB1-F1A8-62C15B8B7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026" y="1043421"/>
            <a:ext cx="726204" cy="726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24AF49-FC8A-1870-DC15-72F43AF37E84}"/>
              </a:ext>
            </a:extLst>
          </p:cNvPr>
          <p:cNvSpPr txBox="1"/>
          <p:nvPr/>
        </p:nvSpPr>
        <p:spPr>
          <a:xfrm>
            <a:off x="4401062" y="698259"/>
            <a:ext cx="18224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Pictures Data Set</a:t>
            </a:r>
            <a:endParaRPr lang="en-SG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14CECB-8E08-231D-2A36-E998D7F1F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6104" y="1118522"/>
            <a:ext cx="789144" cy="627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DF4BB7-8192-D0A1-5917-163BBE054545}"/>
              </a:ext>
            </a:extLst>
          </p:cNvPr>
          <p:cNvSpPr txBox="1"/>
          <p:nvPr/>
        </p:nvSpPr>
        <p:spPr>
          <a:xfrm>
            <a:off x="6093853" y="694939"/>
            <a:ext cx="1942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Screen Recording</a:t>
            </a:r>
            <a:endParaRPr lang="en-SG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30" name="Picture 6" descr="Application Flaticons Lineal Color icon | Freepik">
            <a:extLst>
              <a:ext uri="{FF2B5EF4-FFF2-40B4-BE49-F238E27FC236}">
                <a16:creationId xmlns:a16="http://schemas.microsoft.com/office/drawing/2014/main" id="{D680763A-B9AE-32E3-9CDA-1D12A0EB1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3493" y="1161892"/>
            <a:ext cx="629368" cy="62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B31FAC-8E0F-A0CF-FC80-8934A7E4E9D2}"/>
              </a:ext>
            </a:extLst>
          </p:cNvPr>
          <p:cNvSpPr txBox="1"/>
          <p:nvPr/>
        </p:nvSpPr>
        <p:spPr>
          <a:xfrm>
            <a:off x="7924440" y="678099"/>
            <a:ext cx="19420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Application Window  Screen shot </a:t>
            </a:r>
            <a:endParaRPr lang="en-SG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228077-B29A-6297-80F2-58FCD95ADD78}"/>
              </a:ext>
            </a:extLst>
          </p:cNvPr>
          <p:cNvSpPr txBox="1"/>
          <p:nvPr/>
        </p:nvSpPr>
        <p:spPr>
          <a:xfrm>
            <a:off x="9071264" y="1241413"/>
            <a:ext cx="155398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5 Different Video Source</a:t>
            </a:r>
            <a:endParaRPr lang="en-SG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8" name="Graphic 17" descr="Web design with solid fill">
            <a:extLst>
              <a:ext uri="{FF2B5EF4-FFF2-40B4-BE49-F238E27FC236}">
                <a16:creationId xmlns:a16="http://schemas.microsoft.com/office/drawing/2014/main" id="{77E0C4C9-D36F-C627-1554-3B240DB8A9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9952" y="2422633"/>
            <a:ext cx="845350" cy="84535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1E2D5E-E190-237F-B206-6226603CF68D}"/>
              </a:ext>
            </a:extLst>
          </p:cNvPr>
          <p:cNvCxnSpPr>
            <a:cxnSpLocks/>
          </p:cNvCxnSpPr>
          <p:nvPr/>
        </p:nvCxnSpPr>
        <p:spPr>
          <a:xfrm flipV="1">
            <a:off x="1745426" y="2182091"/>
            <a:ext cx="6882751" cy="3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58E1831-CD12-30A2-D4B1-4CAA16AAF7E9}"/>
              </a:ext>
            </a:extLst>
          </p:cNvPr>
          <p:cNvSpPr txBox="1"/>
          <p:nvPr/>
        </p:nvSpPr>
        <p:spPr>
          <a:xfrm>
            <a:off x="901983" y="2834918"/>
            <a:ext cx="13683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Virtual Camera Client Lib</a:t>
            </a:r>
            <a:endParaRPr lang="en-SG" sz="1600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D5C236A-5CBF-28A4-41E7-8B5167AFAC53}"/>
              </a:ext>
            </a:extLst>
          </p:cNvPr>
          <p:cNvCxnSpPr>
            <a:cxnSpLocks/>
            <a:stCxn id="1026" idx="2"/>
          </p:cNvCxnSpPr>
          <p:nvPr/>
        </p:nvCxnSpPr>
        <p:spPr>
          <a:xfrm flipH="1">
            <a:off x="1745426" y="1802165"/>
            <a:ext cx="0" cy="3799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329011-E43B-FF29-1A3E-D3C3484885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572" y="2662385"/>
            <a:ext cx="4825680" cy="2710384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49" name="Graphic 48" descr="Web design with solid fill">
            <a:extLst>
              <a:ext uri="{FF2B5EF4-FFF2-40B4-BE49-F238E27FC236}">
                <a16:creationId xmlns:a16="http://schemas.microsoft.com/office/drawing/2014/main" id="{9373EFF3-C3CA-A8EC-F712-1E08228526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75427" y="3731053"/>
            <a:ext cx="914400" cy="914400"/>
          </a:xfrm>
          <a:prstGeom prst="rect">
            <a:avLst/>
          </a:prstGeom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4EDD6BF-B996-C23E-95B9-A4031B65D19B}"/>
              </a:ext>
            </a:extLst>
          </p:cNvPr>
          <p:cNvCxnSpPr>
            <a:cxnSpLocks/>
          </p:cNvCxnSpPr>
          <p:nvPr/>
        </p:nvCxnSpPr>
        <p:spPr>
          <a:xfrm>
            <a:off x="3279817" y="1769625"/>
            <a:ext cx="0" cy="41246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0B639C0-0151-BA37-B97B-3AA51DAC9CE2}"/>
              </a:ext>
            </a:extLst>
          </p:cNvPr>
          <p:cNvCxnSpPr>
            <a:cxnSpLocks/>
          </p:cNvCxnSpPr>
          <p:nvPr/>
        </p:nvCxnSpPr>
        <p:spPr>
          <a:xfrm>
            <a:off x="1745426" y="1814634"/>
            <a:ext cx="0" cy="36745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40D7555-136F-1B8A-5BE0-CFEEE888D221}"/>
              </a:ext>
            </a:extLst>
          </p:cNvPr>
          <p:cNvCxnSpPr>
            <a:cxnSpLocks/>
          </p:cNvCxnSpPr>
          <p:nvPr/>
        </p:nvCxnSpPr>
        <p:spPr>
          <a:xfrm>
            <a:off x="5084372" y="1769625"/>
            <a:ext cx="0" cy="41246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F0E1DAD-9B25-C0D2-5F4D-DDCC4FC7014E}"/>
              </a:ext>
            </a:extLst>
          </p:cNvPr>
          <p:cNvCxnSpPr>
            <a:cxnSpLocks/>
          </p:cNvCxnSpPr>
          <p:nvPr/>
        </p:nvCxnSpPr>
        <p:spPr>
          <a:xfrm>
            <a:off x="6975517" y="1745854"/>
            <a:ext cx="0" cy="41246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9C4C224-A813-99AB-6416-F0F0D647E5A4}"/>
              </a:ext>
            </a:extLst>
          </p:cNvPr>
          <p:cNvCxnSpPr>
            <a:cxnSpLocks/>
          </p:cNvCxnSpPr>
          <p:nvPr/>
        </p:nvCxnSpPr>
        <p:spPr>
          <a:xfrm>
            <a:off x="8597005" y="1802165"/>
            <a:ext cx="0" cy="412469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39080D0-CEEF-9EF3-C1DA-2A9AFCA741E5}"/>
              </a:ext>
            </a:extLst>
          </p:cNvPr>
          <p:cNvCxnSpPr>
            <a:cxnSpLocks/>
          </p:cNvCxnSpPr>
          <p:nvPr/>
        </p:nvCxnSpPr>
        <p:spPr>
          <a:xfrm>
            <a:off x="2032627" y="2182091"/>
            <a:ext cx="0" cy="384464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BC68FBBA-31E1-9472-5CD3-64E06949420B}"/>
              </a:ext>
            </a:extLst>
          </p:cNvPr>
          <p:cNvCxnSpPr>
            <a:cxnSpLocks/>
          </p:cNvCxnSpPr>
          <p:nvPr/>
        </p:nvCxnSpPr>
        <p:spPr>
          <a:xfrm>
            <a:off x="2032627" y="3160026"/>
            <a:ext cx="0" cy="736621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3" name="TextBox 1032">
            <a:extLst>
              <a:ext uri="{FF2B5EF4-FFF2-40B4-BE49-F238E27FC236}">
                <a16:creationId xmlns:a16="http://schemas.microsoft.com/office/drawing/2014/main" id="{5CEA3A56-428C-DFC3-3B44-1D49A8CDBFCE}"/>
              </a:ext>
            </a:extLst>
          </p:cNvPr>
          <p:cNvSpPr txBox="1"/>
          <p:nvPr/>
        </p:nvSpPr>
        <p:spPr>
          <a:xfrm>
            <a:off x="1001241" y="4203185"/>
            <a:ext cx="13409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Flask Camera Web server</a:t>
            </a:r>
            <a:endParaRPr lang="en-SG" sz="1600" b="1" dirty="0"/>
          </a:p>
        </p:txBody>
      </p:sp>
      <p:pic>
        <p:nvPicPr>
          <p:cNvPr id="1035" name="Picture 10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5ED33D-F215-496B-BD0A-08EBE4475A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505" y="2837786"/>
            <a:ext cx="1942092" cy="113822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37" name="Picture 1036" descr="A screenshot of a video camera&#10;&#10;AI-generated content may be incorrect.">
            <a:extLst>
              <a:ext uri="{FF2B5EF4-FFF2-40B4-BE49-F238E27FC236}">
                <a16:creationId xmlns:a16="http://schemas.microsoft.com/office/drawing/2014/main" id="{64210A98-AB0B-E091-A800-AC202E57839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505" y="4122624"/>
            <a:ext cx="1993773" cy="113822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3FA1B850-5B64-1FA5-EB69-B673910050E5}"/>
              </a:ext>
            </a:extLst>
          </p:cNvPr>
          <p:cNvCxnSpPr>
            <a:cxnSpLocks/>
          </p:cNvCxnSpPr>
          <p:nvPr/>
        </p:nvCxnSpPr>
        <p:spPr>
          <a:xfrm>
            <a:off x="2369194" y="4174579"/>
            <a:ext cx="359322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B15EA8BE-029F-14A8-80A6-598A1B868AFA}"/>
              </a:ext>
            </a:extLst>
          </p:cNvPr>
          <p:cNvSpPr txBox="1"/>
          <p:nvPr/>
        </p:nvSpPr>
        <p:spPr>
          <a:xfrm>
            <a:off x="2849678" y="2462295"/>
            <a:ext cx="2234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</a:rPr>
              <a:t>Camera Web UI pages</a:t>
            </a:r>
            <a:endParaRPr lang="en-SG" sz="16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1044" name="Straight Arrow Connector 1043">
            <a:extLst>
              <a:ext uri="{FF2B5EF4-FFF2-40B4-BE49-F238E27FC236}">
                <a16:creationId xmlns:a16="http://schemas.microsoft.com/office/drawing/2014/main" id="{C84CBAAF-5262-F886-BB47-61B36AAC3788}"/>
              </a:ext>
            </a:extLst>
          </p:cNvPr>
          <p:cNvCxnSpPr>
            <a:cxnSpLocks/>
          </p:cNvCxnSpPr>
          <p:nvPr/>
        </p:nvCxnSpPr>
        <p:spPr>
          <a:xfrm>
            <a:off x="4882768" y="3403948"/>
            <a:ext cx="61118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6" name="Straight Arrow Connector 1045">
            <a:extLst>
              <a:ext uri="{FF2B5EF4-FFF2-40B4-BE49-F238E27FC236}">
                <a16:creationId xmlns:a16="http://schemas.microsoft.com/office/drawing/2014/main" id="{996F13F8-D505-0519-0757-0A39657C1F8B}"/>
              </a:ext>
            </a:extLst>
          </p:cNvPr>
          <p:cNvCxnSpPr>
            <a:cxnSpLocks/>
          </p:cNvCxnSpPr>
          <p:nvPr/>
        </p:nvCxnSpPr>
        <p:spPr>
          <a:xfrm>
            <a:off x="4930383" y="4627328"/>
            <a:ext cx="61118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7" name="TextBox 1046">
            <a:extLst>
              <a:ext uri="{FF2B5EF4-FFF2-40B4-BE49-F238E27FC236}">
                <a16:creationId xmlns:a16="http://schemas.microsoft.com/office/drawing/2014/main" id="{3F00CA10-D60A-3267-2070-9CBE2334443B}"/>
              </a:ext>
            </a:extLst>
          </p:cNvPr>
          <p:cNvSpPr txBox="1"/>
          <p:nvPr/>
        </p:nvSpPr>
        <p:spPr>
          <a:xfrm>
            <a:off x="5505099" y="2313109"/>
            <a:ext cx="39443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Multi-Camera View Monitor Dashboard</a:t>
            </a:r>
            <a:endParaRPr lang="en-SG" sz="1600" b="1" dirty="0"/>
          </a:p>
        </p:txBody>
      </p:sp>
    </p:spTree>
    <p:extLst>
      <p:ext uri="{BB962C8B-B14F-4D97-AF65-F5344CB8AC3E}">
        <p14:creationId xmlns:p14="http://schemas.microsoft.com/office/powerpoint/2010/main" val="240756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5BEA1A-7ACE-A084-E97E-EAB31DF9CD09}"/>
              </a:ext>
            </a:extLst>
          </p:cNvPr>
          <p:cNvSpPr/>
          <p:nvPr/>
        </p:nvSpPr>
        <p:spPr>
          <a:xfrm>
            <a:off x="4079281" y="1558456"/>
            <a:ext cx="3045289" cy="28365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40534-3FC6-9633-EF17-E19015883C71}"/>
              </a:ext>
            </a:extLst>
          </p:cNvPr>
          <p:cNvSpPr/>
          <p:nvPr/>
        </p:nvSpPr>
        <p:spPr>
          <a:xfrm>
            <a:off x="5238976" y="2564996"/>
            <a:ext cx="1714048" cy="501471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/>
              <a:t>User and Access  Management Module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0032D-F9A9-5DF3-348B-B60B4991CBC2}"/>
              </a:ext>
            </a:extLst>
          </p:cNvPr>
          <p:cNvSpPr txBox="1"/>
          <p:nvPr/>
        </p:nvSpPr>
        <p:spPr>
          <a:xfrm>
            <a:off x="4048152" y="1622536"/>
            <a:ext cx="2500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Flask Camera Server</a:t>
            </a:r>
            <a:endParaRPr lang="en-SG" sz="1600" b="1" dirty="0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39FFC1E6-E8B7-E8F9-A757-519C2C7C8E73}"/>
              </a:ext>
            </a:extLst>
          </p:cNvPr>
          <p:cNvSpPr/>
          <p:nvPr/>
        </p:nvSpPr>
        <p:spPr>
          <a:xfrm>
            <a:off x="6172651" y="1858119"/>
            <a:ext cx="696191" cy="519546"/>
          </a:xfrm>
          <a:prstGeom prst="ca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/>
              <a:t>User BD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EE00F4-22BE-6C96-27EF-66E6AD06243A}"/>
              </a:ext>
            </a:extLst>
          </p:cNvPr>
          <p:cNvCxnSpPr>
            <a:cxnSpLocks/>
          </p:cNvCxnSpPr>
          <p:nvPr/>
        </p:nvCxnSpPr>
        <p:spPr>
          <a:xfrm flipH="1">
            <a:off x="6513077" y="2377665"/>
            <a:ext cx="0" cy="188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31EA590-ED1E-389D-C2EB-A578B654D40B}"/>
              </a:ext>
            </a:extLst>
          </p:cNvPr>
          <p:cNvSpPr/>
          <p:nvPr/>
        </p:nvSpPr>
        <p:spPr>
          <a:xfrm>
            <a:off x="3869877" y="3838893"/>
            <a:ext cx="1937698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/>
              <a:t>Data Manager Module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212530-F0D6-978A-DF0D-A3A8FB1D596F}"/>
              </a:ext>
            </a:extLst>
          </p:cNvPr>
          <p:cNvSpPr/>
          <p:nvPr/>
        </p:nvSpPr>
        <p:spPr>
          <a:xfrm>
            <a:off x="4838727" y="3273881"/>
            <a:ext cx="2387762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/>
              <a:t>Flask Web Service Module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67F503-53D7-03EF-F5BE-4400BC086F8F}"/>
              </a:ext>
            </a:extLst>
          </p:cNvPr>
          <p:cNvSpPr/>
          <p:nvPr/>
        </p:nvSpPr>
        <p:spPr>
          <a:xfrm>
            <a:off x="3793526" y="2068441"/>
            <a:ext cx="2225821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/>
              <a:t>Video Source Manger Module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912AC03-8DA6-D8CA-0ED4-A562424A4FD8}"/>
              </a:ext>
            </a:extLst>
          </p:cNvPr>
          <p:cNvCxnSpPr>
            <a:cxnSpLocks/>
          </p:cNvCxnSpPr>
          <p:nvPr/>
        </p:nvCxnSpPr>
        <p:spPr>
          <a:xfrm>
            <a:off x="4967636" y="2384955"/>
            <a:ext cx="0" cy="888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F6E7933-5D6D-5174-082D-DC4208989B30}"/>
              </a:ext>
            </a:extLst>
          </p:cNvPr>
          <p:cNvCxnSpPr>
            <a:cxnSpLocks/>
          </p:cNvCxnSpPr>
          <p:nvPr/>
        </p:nvCxnSpPr>
        <p:spPr>
          <a:xfrm flipV="1">
            <a:off x="4965513" y="3612435"/>
            <a:ext cx="0" cy="21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679CB73-DBB5-9E76-3B51-8023C411BC91}"/>
              </a:ext>
            </a:extLst>
          </p:cNvPr>
          <p:cNvCxnSpPr>
            <a:cxnSpLocks/>
          </p:cNvCxnSpPr>
          <p:nvPr/>
        </p:nvCxnSpPr>
        <p:spPr>
          <a:xfrm>
            <a:off x="3579684" y="4000155"/>
            <a:ext cx="2901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computer screen shot of a runway&#10;&#10;AI-generated content may be incorrect.">
            <a:extLst>
              <a:ext uri="{FF2B5EF4-FFF2-40B4-BE49-F238E27FC236}">
                <a16:creationId xmlns:a16="http://schemas.microsoft.com/office/drawing/2014/main" id="{A5A68227-F3E4-A5D8-E5BE-F49D0AF99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48" y="2685683"/>
            <a:ext cx="3175137" cy="173908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D6FEFEC-0A21-437D-3206-81C9C8C59D79}"/>
              </a:ext>
            </a:extLst>
          </p:cNvPr>
          <p:cNvSpPr txBox="1"/>
          <p:nvPr/>
        </p:nvSpPr>
        <p:spPr>
          <a:xfrm>
            <a:off x="267695" y="2372513"/>
            <a:ext cx="3339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Cyber Range Physical World Simulator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127D3F8-A57E-20C1-8EF0-5AE80F419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6" y="1786598"/>
            <a:ext cx="3247343" cy="47898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AF2A4BE-9C38-88B7-208B-94F3BD0C9369}"/>
              </a:ext>
            </a:extLst>
          </p:cNvPr>
          <p:cNvSpPr txBox="1"/>
          <p:nvPr/>
        </p:nvSpPr>
        <p:spPr>
          <a:xfrm>
            <a:off x="360046" y="1408370"/>
            <a:ext cx="2023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Video Stream Source 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E6FBF7-A397-B5F6-8C2B-7BFB0872A311}"/>
              </a:ext>
            </a:extLst>
          </p:cNvPr>
          <p:cNvCxnSpPr>
            <a:cxnSpLocks/>
          </p:cNvCxnSpPr>
          <p:nvPr/>
        </p:nvCxnSpPr>
        <p:spPr>
          <a:xfrm>
            <a:off x="3579684" y="2202315"/>
            <a:ext cx="2138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69B1288-537A-E9AB-1560-BAE1CB70103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7226489" y="3443158"/>
            <a:ext cx="3113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57E62C6C-7D80-AC36-A313-A707018E0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837" y="1791813"/>
            <a:ext cx="3882607" cy="26032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C313551-14B2-8300-1EDF-9C31D34374FF}"/>
              </a:ext>
            </a:extLst>
          </p:cNvPr>
          <p:cNvCxnSpPr>
            <a:cxnSpLocks/>
          </p:cNvCxnSpPr>
          <p:nvPr/>
        </p:nvCxnSpPr>
        <p:spPr>
          <a:xfrm flipH="1">
            <a:off x="6096000" y="3085327"/>
            <a:ext cx="0" cy="188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9A8651CE-65DD-B836-7E28-1CE96DDDD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7837" y="1554709"/>
            <a:ext cx="500932" cy="50093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A243121-01E1-4584-A4D1-C0D1180EA244}"/>
              </a:ext>
            </a:extLst>
          </p:cNvPr>
          <p:cNvSpPr txBox="1"/>
          <p:nvPr/>
        </p:nvSpPr>
        <p:spPr>
          <a:xfrm>
            <a:off x="8017230" y="1519373"/>
            <a:ext cx="1586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Web Browser </a:t>
            </a:r>
          </a:p>
        </p:txBody>
      </p:sp>
    </p:spTree>
    <p:extLst>
      <p:ext uri="{BB962C8B-B14F-4D97-AF65-F5344CB8AC3E}">
        <p14:creationId xmlns:p14="http://schemas.microsoft.com/office/powerpoint/2010/main" val="3681641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1E4BEA-7632-EC40-7D12-84EA1A128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65" y="1343653"/>
            <a:ext cx="760662" cy="67010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017748-7D3D-EE6B-C50B-A9A443A1A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81" y="3103181"/>
            <a:ext cx="917954" cy="6701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CB339B-58FA-F30A-9ACB-402F42921E61}"/>
              </a:ext>
            </a:extLst>
          </p:cNvPr>
          <p:cNvSpPr txBox="1"/>
          <p:nvPr/>
        </p:nvSpPr>
        <p:spPr>
          <a:xfrm>
            <a:off x="1729883" y="974330"/>
            <a:ext cx="2351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Camera Simulator 01 VM</a:t>
            </a:r>
            <a:endParaRPr lang="en-SG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3A98E-6FA0-DA55-3089-E92FF781E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65" y="2394987"/>
            <a:ext cx="760662" cy="67010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D2594B-37E1-FAE4-0867-398D3403886E}"/>
              </a:ext>
            </a:extLst>
          </p:cNvPr>
          <p:cNvSpPr txBox="1"/>
          <p:nvPr/>
        </p:nvSpPr>
        <p:spPr>
          <a:xfrm>
            <a:off x="1729883" y="2050486"/>
            <a:ext cx="2223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Camera Simulator 02 VM</a:t>
            </a:r>
            <a:endParaRPr lang="en-SG" sz="1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8A8C00-6929-FADB-2EB6-0EF256C91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65" y="3429000"/>
            <a:ext cx="760662" cy="67010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1FE6A9-0301-20FF-BDE8-169BB3CEF976}"/>
              </a:ext>
            </a:extLst>
          </p:cNvPr>
          <p:cNvSpPr txBox="1"/>
          <p:nvPr/>
        </p:nvSpPr>
        <p:spPr>
          <a:xfrm>
            <a:off x="1729883" y="3101823"/>
            <a:ext cx="22232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Camera Simulator 03 VM</a:t>
            </a:r>
            <a:endParaRPr lang="en-SG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A0219-209A-76C9-4633-BFA09EF4C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665" y="4460937"/>
            <a:ext cx="760662" cy="67010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A61EA9-2BC3-A83E-7D9D-F00958EB6BE3}"/>
              </a:ext>
            </a:extLst>
          </p:cNvPr>
          <p:cNvSpPr txBox="1"/>
          <p:nvPr/>
        </p:nvSpPr>
        <p:spPr>
          <a:xfrm>
            <a:off x="1729883" y="4153160"/>
            <a:ext cx="2351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Camera Simulator 04 VM</a:t>
            </a:r>
            <a:endParaRPr lang="en-SG" sz="14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FF70A8-8BAD-72DF-56E7-B2C9F2D71B83}"/>
              </a:ext>
            </a:extLst>
          </p:cNvPr>
          <p:cNvCxnSpPr>
            <a:cxnSpLocks/>
          </p:cNvCxnSpPr>
          <p:nvPr/>
        </p:nvCxnSpPr>
        <p:spPr>
          <a:xfrm>
            <a:off x="3033693" y="1689098"/>
            <a:ext cx="1047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4685B11-FF97-04C6-B1DD-DF06CF7E9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031" y="5410480"/>
            <a:ext cx="760662" cy="67010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3BFFAE-CDCE-2539-AAC1-6D9304255ED3}"/>
              </a:ext>
            </a:extLst>
          </p:cNvPr>
          <p:cNvSpPr txBox="1"/>
          <p:nvPr/>
        </p:nvSpPr>
        <p:spPr>
          <a:xfrm>
            <a:off x="1697837" y="5151843"/>
            <a:ext cx="2351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Camera Simulator 05 VM</a:t>
            </a:r>
            <a:endParaRPr lang="en-SG" sz="1400" b="1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64C53E-C03C-9E78-B9F4-55E2E6BE6916}"/>
              </a:ext>
            </a:extLst>
          </p:cNvPr>
          <p:cNvCxnSpPr>
            <a:cxnSpLocks/>
          </p:cNvCxnSpPr>
          <p:nvPr/>
        </p:nvCxnSpPr>
        <p:spPr>
          <a:xfrm>
            <a:off x="3060327" y="2755898"/>
            <a:ext cx="1047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55A269-C7FA-34B5-C5E5-D49C56D6EE2E}"/>
              </a:ext>
            </a:extLst>
          </p:cNvPr>
          <p:cNvCxnSpPr>
            <a:cxnSpLocks/>
          </p:cNvCxnSpPr>
          <p:nvPr/>
        </p:nvCxnSpPr>
        <p:spPr>
          <a:xfrm>
            <a:off x="4097262" y="1678707"/>
            <a:ext cx="0" cy="409863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0601E9C-6856-C96D-43B5-1C18F05E2CE2}"/>
              </a:ext>
            </a:extLst>
          </p:cNvPr>
          <p:cNvCxnSpPr>
            <a:cxnSpLocks/>
          </p:cNvCxnSpPr>
          <p:nvPr/>
        </p:nvCxnSpPr>
        <p:spPr>
          <a:xfrm>
            <a:off x="3060327" y="3760352"/>
            <a:ext cx="1047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731314-5F11-95B2-70F7-FF919D8B453E}"/>
              </a:ext>
            </a:extLst>
          </p:cNvPr>
          <p:cNvCxnSpPr>
            <a:cxnSpLocks/>
          </p:cNvCxnSpPr>
          <p:nvPr/>
        </p:nvCxnSpPr>
        <p:spPr>
          <a:xfrm>
            <a:off x="3060327" y="4778661"/>
            <a:ext cx="1047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CAFDA0F-E48D-5D65-5243-493FA11C33C2}"/>
              </a:ext>
            </a:extLst>
          </p:cNvPr>
          <p:cNvCxnSpPr>
            <a:cxnSpLocks/>
          </p:cNvCxnSpPr>
          <p:nvPr/>
        </p:nvCxnSpPr>
        <p:spPr>
          <a:xfrm>
            <a:off x="3060327" y="5777345"/>
            <a:ext cx="10473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AB4064-0815-8B1E-9A5A-C0EC2C47F31C}"/>
              </a:ext>
            </a:extLst>
          </p:cNvPr>
          <p:cNvCxnSpPr>
            <a:cxnSpLocks/>
          </p:cNvCxnSpPr>
          <p:nvPr/>
        </p:nvCxnSpPr>
        <p:spPr>
          <a:xfrm>
            <a:off x="4107653" y="3438234"/>
            <a:ext cx="817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91F82D-A961-0F9F-4F8E-1080547D89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66" y="1171588"/>
            <a:ext cx="4042149" cy="226664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51231-5AE2-A189-6285-5015766643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67" y="3760352"/>
            <a:ext cx="4042148" cy="227030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EF92F8E-2B6A-5F89-51A6-0B1E8A48E05C}"/>
              </a:ext>
            </a:extLst>
          </p:cNvPr>
          <p:cNvCxnSpPr>
            <a:stCxn id="32" idx="1"/>
            <a:endCxn id="5" idx="3"/>
          </p:cNvCxnSpPr>
          <p:nvPr/>
        </p:nvCxnSpPr>
        <p:spPr>
          <a:xfrm rot="10800000" flipV="1">
            <a:off x="5853636" y="2304910"/>
            <a:ext cx="484731" cy="113332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869E62D-5B6A-8790-76D8-411ED5BEFFC0}"/>
              </a:ext>
            </a:extLst>
          </p:cNvPr>
          <p:cNvCxnSpPr>
            <a:cxnSpLocks/>
            <a:stCxn id="33" idx="1"/>
            <a:endCxn id="5" idx="3"/>
          </p:cNvCxnSpPr>
          <p:nvPr/>
        </p:nvCxnSpPr>
        <p:spPr>
          <a:xfrm rot="10800000">
            <a:off x="5853635" y="3438235"/>
            <a:ext cx="484732" cy="145727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A71560F-9B7B-C919-10E7-FB781E0F5E6F}"/>
              </a:ext>
            </a:extLst>
          </p:cNvPr>
          <p:cNvSpPr txBox="1"/>
          <p:nvPr/>
        </p:nvSpPr>
        <p:spPr>
          <a:xfrm>
            <a:off x="6256856" y="849470"/>
            <a:ext cx="3209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Multi-Cam Monitor Dashboard 01 VM</a:t>
            </a:r>
            <a:endParaRPr lang="en-SG" sz="14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F2998F-7A59-5234-18FC-AC5A78EFA27B}"/>
              </a:ext>
            </a:extLst>
          </p:cNvPr>
          <p:cNvSpPr txBox="1"/>
          <p:nvPr/>
        </p:nvSpPr>
        <p:spPr>
          <a:xfrm>
            <a:off x="6286413" y="3471341"/>
            <a:ext cx="3209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Multi-Cam Monitor Dashboard 02 VM</a:t>
            </a:r>
            <a:endParaRPr lang="en-SG" sz="1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4ACF66-9CBD-FAF5-9562-DD93D19B8B18}"/>
              </a:ext>
            </a:extLst>
          </p:cNvPr>
          <p:cNvSpPr txBox="1"/>
          <p:nvPr/>
        </p:nvSpPr>
        <p:spPr>
          <a:xfrm>
            <a:off x="4513796" y="3773287"/>
            <a:ext cx="1582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Network Switch </a:t>
            </a:r>
            <a:endParaRPr lang="en-SG" sz="1400" b="1" dirty="0"/>
          </a:p>
        </p:txBody>
      </p:sp>
      <p:pic>
        <p:nvPicPr>
          <p:cNvPr id="1026" name="Picture 2" descr="Configure - Free files and folders icons">
            <a:extLst>
              <a:ext uri="{FF2B5EF4-FFF2-40B4-BE49-F238E27FC236}">
                <a16:creationId xmlns:a16="http://schemas.microsoft.com/office/drawing/2014/main" id="{31F91DA9-8266-C90C-0BC8-55CC1930D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751" y="1471629"/>
            <a:ext cx="923358" cy="92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Configure - Free files and folders icons">
            <a:extLst>
              <a:ext uri="{FF2B5EF4-FFF2-40B4-BE49-F238E27FC236}">
                <a16:creationId xmlns:a16="http://schemas.microsoft.com/office/drawing/2014/main" id="{4E3969E7-15F2-925C-999F-3D83DA8EE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647" y="4575698"/>
            <a:ext cx="923358" cy="92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E80CB8-54D7-E068-B606-225B2055E796}"/>
              </a:ext>
            </a:extLst>
          </p:cNvPr>
          <p:cNvCxnSpPr>
            <a:cxnSpLocks/>
          </p:cNvCxnSpPr>
          <p:nvPr/>
        </p:nvCxnSpPr>
        <p:spPr>
          <a:xfrm>
            <a:off x="5563441" y="1992633"/>
            <a:ext cx="693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0134D77-64BE-9080-3331-A46400A9AF1D}"/>
              </a:ext>
            </a:extLst>
          </p:cNvPr>
          <p:cNvCxnSpPr>
            <a:cxnSpLocks/>
          </p:cNvCxnSpPr>
          <p:nvPr/>
        </p:nvCxnSpPr>
        <p:spPr>
          <a:xfrm>
            <a:off x="5644951" y="5114785"/>
            <a:ext cx="693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F4C6882-12BB-132C-B6BD-5C332312985A}"/>
              </a:ext>
            </a:extLst>
          </p:cNvPr>
          <p:cNvSpPr txBox="1"/>
          <p:nvPr/>
        </p:nvSpPr>
        <p:spPr>
          <a:xfrm>
            <a:off x="4836842" y="2238794"/>
            <a:ext cx="1210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Camera 05 Config File</a:t>
            </a:r>
            <a:endParaRPr lang="en-SG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7A1DDD-30A9-FFC9-813A-1484056CC748}"/>
              </a:ext>
            </a:extLst>
          </p:cNvPr>
          <p:cNvSpPr txBox="1"/>
          <p:nvPr/>
        </p:nvSpPr>
        <p:spPr>
          <a:xfrm>
            <a:off x="4849647" y="5406007"/>
            <a:ext cx="1350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Camera01 -04 Config File</a:t>
            </a:r>
            <a:endParaRPr lang="en-SG" sz="1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2" name="Picture 4" descr="Folder images Icon | Free Folder Iconpack | Iconshock">
            <a:extLst>
              <a:ext uri="{FF2B5EF4-FFF2-40B4-BE49-F238E27FC236}">
                <a16:creationId xmlns:a16="http://schemas.microsoft.com/office/drawing/2014/main" id="{4AA393A6-6F46-8088-DA91-FB05ED1F00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22" y="1449026"/>
            <a:ext cx="501416" cy="50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5B3C6C3-44B0-275C-6D8B-449E7BC4588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1775538" y="1678706"/>
            <a:ext cx="524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Picture 4" descr="Folder images Icon | Free Folder Iconpack | Iconshock">
            <a:extLst>
              <a:ext uri="{FF2B5EF4-FFF2-40B4-BE49-F238E27FC236}">
                <a16:creationId xmlns:a16="http://schemas.microsoft.com/office/drawing/2014/main" id="{CCA0B26B-AE40-D521-61F2-D81E4F374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21" y="2474506"/>
            <a:ext cx="501416" cy="501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3BC2352-6508-F619-C4F7-1C510BA83FA2}"/>
              </a:ext>
            </a:extLst>
          </p:cNvPr>
          <p:cNvCxnSpPr>
            <a:cxnSpLocks/>
          </p:cNvCxnSpPr>
          <p:nvPr/>
        </p:nvCxnSpPr>
        <p:spPr>
          <a:xfrm>
            <a:off x="1775537" y="2704186"/>
            <a:ext cx="524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2" descr="Webcam - Free computer icons">
            <a:extLst>
              <a:ext uri="{FF2B5EF4-FFF2-40B4-BE49-F238E27FC236}">
                <a16:creationId xmlns:a16="http://schemas.microsoft.com/office/drawing/2014/main" id="{0563509C-FDAB-79D6-3E63-743DD0505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121" y="3551549"/>
            <a:ext cx="459662" cy="45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4409B6C-FAF7-9D85-1272-A4C88B4752AB}"/>
              </a:ext>
            </a:extLst>
          </p:cNvPr>
          <p:cNvCxnSpPr>
            <a:cxnSpLocks/>
          </p:cNvCxnSpPr>
          <p:nvPr/>
        </p:nvCxnSpPr>
        <p:spPr>
          <a:xfrm>
            <a:off x="1750026" y="3781379"/>
            <a:ext cx="524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6" descr="Application Flaticons Lineal Color icon | Freepik">
            <a:extLst>
              <a:ext uri="{FF2B5EF4-FFF2-40B4-BE49-F238E27FC236}">
                <a16:creationId xmlns:a16="http://schemas.microsoft.com/office/drawing/2014/main" id="{67B34232-5E66-4DFC-115A-D9B15AC5C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874" y="4595462"/>
            <a:ext cx="459662" cy="45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EDB84AE-5350-2FB1-435D-12E6E938A927}"/>
              </a:ext>
            </a:extLst>
          </p:cNvPr>
          <p:cNvCxnSpPr>
            <a:cxnSpLocks/>
          </p:cNvCxnSpPr>
          <p:nvPr/>
        </p:nvCxnSpPr>
        <p:spPr>
          <a:xfrm>
            <a:off x="1775537" y="4790013"/>
            <a:ext cx="524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Picture 60">
            <a:extLst>
              <a:ext uri="{FF2B5EF4-FFF2-40B4-BE49-F238E27FC236}">
                <a16:creationId xmlns:a16="http://schemas.microsoft.com/office/drawing/2014/main" id="{DCE3B80C-B41B-7AAA-7730-55268653A5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4997" y="5515856"/>
            <a:ext cx="501416" cy="398602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1DBA6C9C-3A66-540E-9AA4-9087D00A2E6A}"/>
              </a:ext>
            </a:extLst>
          </p:cNvPr>
          <p:cNvCxnSpPr>
            <a:cxnSpLocks/>
          </p:cNvCxnSpPr>
          <p:nvPr/>
        </p:nvCxnSpPr>
        <p:spPr>
          <a:xfrm>
            <a:off x="1757688" y="5727027"/>
            <a:ext cx="52412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09C9D51C-93F4-98EB-A7EE-31513AD39623}"/>
              </a:ext>
            </a:extLst>
          </p:cNvPr>
          <p:cNvSpPr txBox="1"/>
          <p:nvPr/>
        </p:nvSpPr>
        <p:spPr>
          <a:xfrm>
            <a:off x="3045793" y="1374943"/>
            <a:ext cx="90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IP-addr1</a:t>
            </a:r>
            <a:endParaRPr lang="en-SG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60EB35A4-1448-5DFA-9710-0B34846FC329}"/>
              </a:ext>
            </a:extLst>
          </p:cNvPr>
          <p:cNvSpPr txBox="1"/>
          <p:nvPr/>
        </p:nvSpPr>
        <p:spPr>
          <a:xfrm>
            <a:off x="3031221" y="2454982"/>
            <a:ext cx="90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IP-addr2</a:t>
            </a:r>
            <a:endParaRPr lang="en-SG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20EF9C1-94FB-B5A4-5E22-B69C868D16F7}"/>
              </a:ext>
            </a:extLst>
          </p:cNvPr>
          <p:cNvSpPr txBox="1"/>
          <p:nvPr/>
        </p:nvSpPr>
        <p:spPr>
          <a:xfrm>
            <a:off x="3041969" y="3471340"/>
            <a:ext cx="90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IP-addr3</a:t>
            </a:r>
            <a:endParaRPr lang="en-SG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1B154063-DF2C-790A-2ACA-3F0FEDD08339}"/>
              </a:ext>
            </a:extLst>
          </p:cNvPr>
          <p:cNvSpPr txBox="1"/>
          <p:nvPr/>
        </p:nvSpPr>
        <p:spPr>
          <a:xfrm>
            <a:off x="3031220" y="4504954"/>
            <a:ext cx="90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IP-addr4</a:t>
            </a:r>
            <a:endParaRPr lang="en-SG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8" name="TextBox 1027">
            <a:extLst>
              <a:ext uri="{FF2B5EF4-FFF2-40B4-BE49-F238E27FC236}">
                <a16:creationId xmlns:a16="http://schemas.microsoft.com/office/drawing/2014/main" id="{D8EF101B-709C-BC5D-66E5-5475B02D906A}"/>
              </a:ext>
            </a:extLst>
          </p:cNvPr>
          <p:cNvSpPr txBox="1"/>
          <p:nvPr/>
        </p:nvSpPr>
        <p:spPr>
          <a:xfrm>
            <a:off x="3031220" y="5453252"/>
            <a:ext cx="90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IP-addr5</a:t>
            </a:r>
            <a:endParaRPr lang="en-SG" sz="1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7D4564E1-B120-70C7-8536-E2580F7C0F76}"/>
              </a:ext>
            </a:extLst>
          </p:cNvPr>
          <p:cNvSpPr txBox="1"/>
          <p:nvPr/>
        </p:nvSpPr>
        <p:spPr>
          <a:xfrm>
            <a:off x="3083487" y="1692687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token1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85F39CF4-0B6D-08A4-94AD-583081D090B5}"/>
              </a:ext>
            </a:extLst>
          </p:cNvPr>
          <p:cNvSpPr txBox="1"/>
          <p:nvPr/>
        </p:nvSpPr>
        <p:spPr>
          <a:xfrm>
            <a:off x="3060327" y="2738922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token2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69F13D96-55FE-7277-F547-E9B143A5F4A0}"/>
              </a:ext>
            </a:extLst>
          </p:cNvPr>
          <p:cNvSpPr txBox="1"/>
          <p:nvPr/>
        </p:nvSpPr>
        <p:spPr>
          <a:xfrm>
            <a:off x="3037250" y="3748044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token3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DACD4DA3-2259-F3FC-ED7A-52A4A861C1EB}"/>
              </a:ext>
            </a:extLst>
          </p:cNvPr>
          <p:cNvSpPr txBox="1"/>
          <p:nvPr/>
        </p:nvSpPr>
        <p:spPr>
          <a:xfrm>
            <a:off x="3037250" y="4795783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token4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C389F709-0E59-E934-25E2-4D7368BB1FF8}"/>
              </a:ext>
            </a:extLst>
          </p:cNvPr>
          <p:cNvSpPr txBox="1"/>
          <p:nvPr/>
        </p:nvSpPr>
        <p:spPr>
          <a:xfrm>
            <a:off x="3031220" y="5763308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token5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4" name="TextBox 1033">
            <a:extLst>
              <a:ext uri="{FF2B5EF4-FFF2-40B4-BE49-F238E27FC236}">
                <a16:creationId xmlns:a16="http://schemas.microsoft.com/office/drawing/2014/main" id="{7DA5D197-DF02-BA90-A2E5-7F1A6DED3E88}"/>
              </a:ext>
            </a:extLst>
          </p:cNvPr>
          <p:cNvSpPr txBox="1"/>
          <p:nvPr/>
        </p:nvSpPr>
        <p:spPr>
          <a:xfrm>
            <a:off x="4337697" y="4726593"/>
            <a:ext cx="8176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Token1</a:t>
            </a:r>
          </a:p>
          <a:p>
            <a:r>
              <a:rPr lang="en-US" sz="1400" dirty="0">
                <a:solidFill>
                  <a:srgbClr val="C00000"/>
                </a:solidFill>
              </a:rPr>
              <a:t>     |</a:t>
            </a:r>
          </a:p>
          <a:p>
            <a:r>
              <a:rPr lang="en-US" sz="1400" dirty="0">
                <a:solidFill>
                  <a:srgbClr val="C00000"/>
                </a:solidFill>
              </a:rPr>
              <a:t>token4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35" name="TextBox 1034">
            <a:extLst>
              <a:ext uri="{FF2B5EF4-FFF2-40B4-BE49-F238E27FC236}">
                <a16:creationId xmlns:a16="http://schemas.microsoft.com/office/drawing/2014/main" id="{AA4D7AF3-99FA-940A-F058-7B7FCA91DBB1}"/>
              </a:ext>
            </a:extLst>
          </p:cNvPr>
          <p:cNvSpPr txBox="1"/>
          <p:nvPr/>
        </p:nvSpPr>
        <p:spPr>
          <a:xfrm>
            <a:off x="4302470" y="1820318"/>
            <a:ext cx="817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token5</a:t>
            </a:r>
            <a:endParaRPr lang="en-SG" sz="1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494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121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7</cp:revision>
  <dcterms:created xsi:type="dcterms:W3CDTF">2025-10-30T08:21:33Z</dcterms:created>
  <dcterms:modified xsi:type="dcterms:W3CDTF">2025-11-03T15:39:38Z</dcterms:modified>
</cp:coreProperties>
</file>