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1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3/11/2025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95BEA1A-7ACE-A084-E97E-EAB31DF9CD09}"/>
              </a:ext>
            </a:extLst>
          </p:cNvPr>
          <p:cNvSpPr/>
          <p:nvPr/>
        </p:nvSpPr>
        <p:spPr>
          <a:xfrm>
            <a:off x="4079281" y="1558456"/>
            <a:ext cx="3045289" cy="2836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40534-3FC6-9633-EF17-E19015883C71}"/>
              </a:ext>
            </a:extLst>
          </p:cNvPr>
          <p:cNvSpPr/>
          <p:nvPr/>
        </p:nvSpPr>
        <p:spPr>
          <a:xfrm>
            <a:off x="5238976" y="2564996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032D-F9A9-5DF3-348B-B60B4991CBC2}"/>
              </a:ext>
            </a:extLst>
          </p:cNvPr>
          <p:cNvSpPr txBox="1"/>
          <p:nvPr/>
        </p:nvSpPr>
        <p:spPr>
          <a:xfrm>
            <a:off x="4048152" y="1622536"/>
            <a:ext cx="250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9FFC1E6-E8B7-E8F9-A757-519C2C7C8E73}"/>
              </a:ext>
            </a:extLst>
          </p:cNvPr>
          <p:cNvSpPr/>
          <p:nvPr/>
        </p:nvSpPr>
        <p:spPr>
          <a:xfrm>
            <a:off x="6172651" y="1858119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E00F4-22BE-6C96-27EF-66E6AD06243A}"/>
              </a:ext>
            </a:extLst>
          </p:cNvPr>
          <p:cNvCxnSpPr>
            <a:cxnSpLocks/>
          </p:cNvCxnSpPr>
          <p:nvPr/>
        </p:nvCxnSpPr>
        <p:spPr>
          <a:xfrm flipH="1">
            <a:off x="6513077" y="237766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EA590-ED1E-389D-C2EB-A578B654D40B}"/>
              </a:ext>
            </a:extLst>
          </p:cNvPr>
          <p:cNvSpPr/>
          <p:nvPr/>
        </p:nvSpPr>
        <p:spPr>
          <a:xfrm>
            <a:off x="3869877" y="3838893"/>
            <a:ext cx="1937698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212530-F0D6-978A-DF0D-A3A8FB1D596F}"/>
              </a:ext>
            </a:extLst>
          </p:cNvPr>
          <p:cNvSpPr/>
          <p:nvPr/>
        </p:nvSpPr>
        <p:spPr>
          <a:xfrm>
            <a:off x="4838727" y="3273881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F503-53D7-03EF-F5BE-4400BC086F8F}"/>
              </a:ext>
            </a:extLst>
          </p:cNvPr>
          <p:cNvSpPr/>
          <p:nvPr/>
        </p:nvSpPr>
        <p:spPr>
          <a:xfrm>
            <a:off x="3793526" y="2068441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912AC03-8DA6-D8CA-0ED4-A562424A4FD8}"/>
              </a:ext>
            </a:extLst>
          </p:cNvPr>
          <p:cNvCxnSpPr>
            <a:cxnSpLocks/>
          </p:cNvCxnSpPr>
          <p:nvPr/>
        </p:nvCxnSpPr>
        <p:spPr>
          <a:xfrm>
            <a:off x="4967636" y="2384955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6E7933-5D6D-5174-082D-DC4208989B30}"/>
              </a:ext>
            </a:extLst>
          </p:cNvPr>
          <p:cNvCxnSpPr>
            <a:cxnSpLocks/>
          </p:cNvCxnSpPr>
          <p:nvPr/>
        </p:nvCxnSpPr>
        <p:spPr>
          <a:xfrm flipV="1">
            <a:off x="4965513" y="3612435"/>
            <a:ext cx="0" cy="21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79CB73-DBB5-9E76-3B51-8023C411BC91}"/>
              </a:ext>
            </a:extLst>
          </p:cNvPr>
          <p:cNvCxnSpPr>
            <a:cxnSpLocks/>
          </p:cNvCxnSpPr>
          <p:nvPr/>
        </p:nvCxnSpPr>
        <p:spPr>
          <a:xfrm>
            <a:off x="3579684" y="4000155"/>
            <a:ext cx="290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A5A68227-F3E4-A5D8-E5BE-F49D0AF99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48" y="2685683"/>
            <a:ext cx="3175137" cy="173908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6FEFEC-0A21-437D-3206-81C9C8C59D79}"/>
              </a:ext>
            </a:extLst>
          </p:cNvPr>
          <p:cNvSpPr txBox="1"/>
          <p:nvPr/>
        </p:nvSpPr>
        <p:spPr>
          <a:xfrm>
            <a:off x="267695" y="2372513"/>
            <a:ext cx="33396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Cyber Range Physical World Simulator 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27D3F8-A57E-20C1-8EF0-5AE80F41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6" y="1786598"/>
            <a:ext cx="3247343" cy="47898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AF2A4BE-9C38-88B7-208B-94F3BD0C9369}"/>
              </a:ext>
            </a:extLst>
          </p:cNvPr>
          <p:cNvSpPr txBox="1"/>
          <p:nvPr/>
        </p:nvSpPr>
        <p:spPr>
          <a:xfrm>
            <a:off x="360046" y="1408370"/>
            <a:ext cx="2023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Video Stream Source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E6FBF7-A397-B5F6-8C2B-7BFB0872A311}"/>
              </a:ext>
            </a:extLst>
          </p:cNvPr>
          <p:cNvCxnSpPr>
            <a:cxnSpLocks/>
          </p:cNvCxnSpPr>
          <p:nvPr/>
        </p:nvCxnSpPr>
        <p:spPr>
          <a:xfrm>
            <a:off x="3579684" y="2202315"/>
            <a:ext cx="2138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69B1288-537A-E9AB-1560-BAE1CB70103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226489" y="3443158"/>
            <a:ext cx="311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57E62C6C-7D80-AC36-A313-A707018E0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837" y="1791813"/>
            <a:ext cx="3882607" cy="26032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C313551-14B2-8300-1EDF-9C31D34374FF}"/>
              </a:ext>
            </a:extLst>
          </p:cNvPr>
          <p:cNvCxnSpPr>
            <a:cxnSpLocks/>
          </p:cNvCxnSpPr>
          <p:nvPr/>
        </p:nvCxnSpPr>
        <p:spPr>
          <a:xfrm flipH="1">
            <a:off x="6096000" y="3085327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9A8651CE-65DD-B836-7E28-1CE96DDDD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837" y="1554709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A243121-01E1-4584-A4D1-C0D1180EA244}"/>
              </a:ext>
            </a:extLst>
          </p:cNvPr>
          <p:cNvSpPr txBox="1"/>
          <p:nvPr/>
        </p:nvSpPr>
        <p:spPr>
          <a:xfrm>
            <a:off x="8017230" y="1519373"/>
            <a:ext cx="1586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Web Browser </a:t>
            </a:r>
          </a:p>
        </p:txBody>
      </p:sp>
    </p:spTree>
    <p:extLst>
      <p:ext uri="{BB962C8B-B14F-4D97-AF65-F5344CB8AC3E}">
        <p14:creationId xmlns:p14="http://schemas.microsoft.com/office/powerpoint/2010/main" val="3681641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65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5</cp:revision>
  <dcterms:created xsi:type="dcterms:W3CDTF">2025-10-30T08:21:33Z</dcterms:created>
  <dcterms:modified xsi:type="dcterms:W3CDTF">2025-11-03T08:59:52Z</dcterms:modified>
</cp:coreProperties>
</file>